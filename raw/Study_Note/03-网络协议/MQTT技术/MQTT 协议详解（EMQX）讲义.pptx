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handoutMasterIdLst>
    <p:handoutMasterId r:id="rId41"/>
  </p:handoutMasterIdLst>
  <p:sldIdLst>
    <p:sldId id="353" r:id="rId4"/>
    <p:sldId id="303" r:id="rId5"/>
    <p:sldId id="5665" r:id="rId7"/>
    <p:sldId id="5666" r:id="rId8"/>
    <p:sldId id="3765" r:id="rId9"/>
    <p:sldId id="5634" r:id="rId10"/>
    <p:sldId id="5635" r:id="rId11"/>
    <p:sldId id="5636" r:id="rId12"/>
    <p:sldId id="5637" r:id="rId13"/>
    <p:sldId id="5638" r:id="rId14"/>
    <p:sldId id="5639" r:id="rId15"/>
    <p:sldId id="5640" r:id="rId16"/>
    <p:sldId id="5641" r:id="rId17"/>
    <p:sldId id="5642" r:id="rId18"/>
    <p:sldId id="5643" r:id="rId19"/>
    <p:sldId id="5644" r:id="rId20"/>
    <p:sldId id="5645" r:id="rId21"/>
    <p:sldId id="5646" r:id="rId22"/>
    <p:sldId id="5647" r:id="rId23"/>
    <p:sldId id="5682" r:id="rId24"/>
    <p:sldId id="5683" r:id="rId25"/>
    <p:sldId id="5684" r:id="rId26"/>
    <p:sldId id="5689" r:id="rId27"/>
    <p:sldId id="5690" r:id="rId28"/>
    <p:sldId id="5691" r:id="rId29"/>
    <p:sldId id="5692" r:id="rId30"/>
    <p:sldId id="5693" r:id="rId31"/>
    <p:sldId id="5694" r:id="rId32"/>
    <p:sldId id="5695" r:id="rId33"/>
    <p:sldId id="5696" r:id="rId34"/>
    <p:sldId id="5697" r:id="rId35"/>
    <p:sldId id="5698" r:id="rId36"/>
    <p:sldId id="5699" r:id="rId37"/>
    <p:sldId id="5701" r:id="rId38"/>
    <p:sldId id="5702" r:id="rId39"/>
    <p:sldId id="5703" r:id="rId40"/>
  </p:sldIdLst>
  <p:sldSz cx="12192000" cy="6858000"/>
  <p:notesSz cx="6858000" cy="9144000"/>
  <p:custDataLst>
    <p:tags r:id="rId4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6" Type="http://schemas.openxmlformats.org/officeDocument/2006/relationships/tags" Target="tags/tag232.xml"/><Relationship Id="rId45" Type="http://schemas.openxmlformats.org/officeDocument/2006/relationships/commentAuthors" Target="commentAuthors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handoutMaster" Target="handoutMasters/handoutMaster1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4.xml"/><Relationship Id="rId7" Type="http://schemas.openxmlformats.org/officeDocument/2006/relationships/image" Target="../media/image3.png"/><Relationship Id="rId6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image" Target="../media/image6.png"/><Relationship Id="rId6" Type="http://schemas.openxmlformats.org/officeDocument/2006/relationships/tags" Target="../tags/tag12.xml"/><Relationship Id="rId5" Type="http://schemas.openxmlformats.org/officeDocument/2006/relationships/image" Target="../media/image5.png"/><Relationship Id="rId4" Type="http://schemas.openxmlformats.org/officeDocument/2006/relationships/tags" Target="../tags/tag11.xml"/><Relationship Id="rId3" Type="http://schemas.openxmlformats.org/officeDocument/2006/relationships/image" Target="../media/image1.jpeg"/><Relationship Id="rId2" Type="http://schemas.openxmlformats.org/officeDocument/2006/relationships/tags" Target="../tags/tag10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image" Target="../media/image8.png"/><Relationship Id="rId6" Type="http://schemas.openxmlformats.org/officeDocument/2006/relationships/tags" Target="../tags/tag20.xml"/><Relationship Id="rId5" Type="http://schemas.openxmlformats.org/officeDocument/2006/relationships/image" Target="../media/image7.png"/><Relationship Id="rId4" Type="http://schemas.openxmlformats.org/officeDocument/2006/relationships/tags" Target="../tags/tag19.xml"/><Relationship Id="rId3" Type="http://schemas.openxmlformats.org/officeDocument/2006/relationships/image" Target="../media/image1.jpeg"/><Relationship Id="rId2" Type="http://schemas.openxmlformats.org/officeDocument/2006/relationships/tags" Target="../tags/tag18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image" Target="../media/image6.png"/><Relationship Id="rId6" Type="http://schemas.openxmlformats.org/officeDocument/2006/relationships/tags" Target="../tags/tag27.xml"/><Relationship Id="rId5" Type="http://schemas.openxmlformats.org/officeDocument/2006/relationships/image" Target="../media/image5.png"/><Relationship Id="rId4" Type="http://schemas.openxmlformats.org/officeDocument/2006/relationships/tags" Target="../tags/tag26.xml"/><Relationship Id="rId3" Type="http://schemas.openxmlformats.org/officeDocument/2006/relationships/image" Target="../media/image1.jpeg"/><Relationship Id="rId2" Type="http://schemas.openxmlformats.org/officeDocument/2006/relationships/tags" Target="../tags/tag25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image" Target="../media/image6.png"/><Relationship Id="rId6" Type="http://schemas.openxmlformats.org/officeDocument/2006/relationships/tags" Target="../tags/tag36.xml"/><Relationship Id="rId5" Type="http://schemas.openxmlformats.org/officeDocument/2006/relationships/image" Target="../media/image5.png"/><Relationship Id="rId4" Type="http://schemas.openxmlformats.org/officeDocument/2006/relationships/tags" Target="../tags/tag35.xml"/><Relationship Id="rId3" Type="http://schemas.openxmlformats.org/officeDocument/2006/relationships/image" Target="../media/image1.jpeg"/><Relationship Id="rId2" Type="http://schemas.openxmlformats.org/officeDocument/2006/relationships/tags" Target="../tags/tag34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48.xml"/><Relationship Id="rId7" Type="http://schemas.openxmlformats.org/officeDocument/2006/relationships/image" Target="../media/image9.png"/><Relationship Id="rId6" Type="http://schemas.openxmlformats.org/officeDocument/2006/relationships/tags" Target="../tags/tag47.xml"/><Relationship Id="rId5" Type="http://schemas.openxmlformats.org/officeDocument/2006/relationships/image" Target="../media/image3.png"/><Relationship Id="rId4" Type="http://schemas.openxmlformats.org/officeDocument/2006/relationships/tags" Target="../tags/tag46.xml"/><Relationship Id="rId3" Type="http://schemas.openxmlformats.org/officeDocument/2006/relationships/image" Target="../media/image1.jpeg"/><Relationship Id="rId2" Type="http://schemas.openxmlformats.org/officeDocument/2006/relationships/tags" Target="../tags/tag45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image" Target="../media/image6.png"/><Relationship Id="rId6" Type="http://schemas.openxmlformats.org/officeDocument/2006/relationships/tags" Target="../tags/tag58.xml"/><Relationship Id="rId5" Type="http://schemas.openxmlformats.org/officeDocument/2006/relationships/image" Target="../media/image5.png"/><Relationship Id="rId4" Type="http://schemas.openxmlformats.org/officeDocument/2006/relationships/tags" Target="../tags/tag57.xml"/><Relationship Id="rId3" Type="http://schemas.openxmlformats.org/officeDocument/2006/relationships/image" Target="../media/image1.jpeg"/><Relationship Id="rId2" Type="http://schemas.openxmlformats.org/officeDocument/2006/relationships/tags" Target="../tags/tag56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image" Target="../media/image6.png"/><Relationship Id="rId6" Type="http://schemas.openxmlformats.org/officeDocument/2006/relationships/tags" Target="../tags/tag67.xml"/><Relationship Id="rId5" Type="http://schemas.openxmlformats.org/officeDocument/2006/relationships/image" Target="../media/image5.png"/><Relationship Id="rId4" Type="http://schemas.openxmlformats.org/officeDocument/2006/relationships/tags" Target="../tags/tag66.xml"/><Relationship Id="rId3" Type="http://schemas.openxmlformats.org/officeDocument/2006/relationships/image" Target="../media/image1.jpeg"/><Relationship Id="rId2" Type="http://schemas.openxmlformats.org/officeDocument/2006/relationships/tags" Target="../tags/tag65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image" Target="../media/image6.png"/><Relationship Id="rId6" Type="http://schemas.openxmlformats.org/officeDocument/2006/relationships/tags" Target="../tags/tag75.xml"/><Relationship Id="rId5" Type="http://schemas.openxmlformats.org/officeDocument/2006/relationships/image" Target="../media/image5.png"/><Relationship Id="rId4" Type="http://schemas.openxmlformats.org/officeDocument/2006/relationships/tags" Target="../tags/tag74.xml"/><Relationship Id="rId3" Type="http://schemas.openxmlformats.org/officeDocument/2006/relationships/image" Target="../media/image1.jpeg"/><Relationship Id="rId2" Type="http://schemas.openxmlformats.org/officeDocument/2006/relationships/tags" Target="../tags/tag73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83.xml"/><Relationship Id="rId7" Type="http://schemas.openxmlformats.org/officeDocument/2006/relationships/image" Target="../media/image3.png"/><Relationship Id="rId6" Type="http://schemas.openxmlformats.org/officeDocument/2006/relationships/tags" Target="../tags/tag82.xml"/><Relationship Id="rId5" Type="http://schemas.openxmlformats.org/officeDocument/2006/relationships/image" Target="../media/image2.png"/><Relationship Id="rId4" Type="http://schemas.openxmlformats.org/officeDocument/2006/relationships/tags" Target="../tags/tag81.xml"/><Relationship Id="rId3" Type="http://schemas.openxmlformats.org/officeDocument/2006/relationships/image" Target="../media/image1.jpeg"/><Relationship Id="rId2" Type="http://schemas.openxmlformats.org/officeDocument/2006/relationships/tags" Target="../tags/tag80.xml"/><Relationship Id="rId15" Type="http://schemas.openxmlformats.org/officeDocument/2006/relationships/tags" Target="../tags/tag89.xml"/><Relationship Id="rId14" Type="http://schemas.openxmlformats.org/officeDocument/2006/relationships/tags" Target="../tags/tag88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image" Target="../media/image6.png"/><Relationship Id="rId6" Type="http://schemas.openxmlformats.org/officeDocument/2006/relationships/tags" Target="../tags/tag92.xml"/><Relationship Id="rId5" Type="http://schemas.openxmlformats.org/officeDocument/2006/relationships/image" Target="../media/image5.png"/><Relationship Id="rId4" Type="http://schemas.openxmlformats.org/officeDocument/2006/relationships/tags" Target="../tags/tag91.xml"/><Relationship Id="rId3" Type="http://schemas.openxmlformats.org/officeDocument/2006/relationships/image" Target="../media/image1.jpeg"/><Relationship Id="rId2" Type="http://schemas.openxmlformats.org/officeDocument/2006/relationships/tags" Target="../tags/tag90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image" Target="../media/image6.png"/><Relationship Id="rId6" Type="http://schemas.openxmlformats.org/officeDocument/2006/relationships/tags" Target="../tags/tag99.xml"/><Relationship Id="rId5" Type="http://schemas.openxmlformats.org/officeDocument/2006/relationships/image" Target="../media/image5.png"/><Relationship Id="rId4" Type="http://schemas.openxmlformats.org/officeDocument/2006/relationships/tags" Target="../tags/tag98.xml"/><Relationship Id="rId3" Type="http://schemas.openxmlformats.org/officeDocument/2006/relationships/image" Target="../media/image1.jpeg"/><Relationship Id="rId2" Type="http://schemas.openxmlformats.org/officeDocument/2006/relationships/tags" Target="../tags/tag97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image" Target="../media/image6.png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image" Target="../media/image1.jpeg"/><Relationship Id="rId2" Type="http://schemas.openxmlformats.org/officeDocument/2006/relationships/tags" Target="../tags/tag106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image" Target="../media/image6.png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image" Target="../media/image1.jpeg"/><Relationship Id="rId2" Type="http://schemas.openxmlformats.org/officeDocument/2006/relationships/tags" Target="../tags/tag115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image" Target="../media/image5.png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image" Target="../media/image1.jpeg"/><Relationship Id="rId2" Type="http://schemas.openxmlformats.org/officeDocument/2006/relationships/tags" Target="../tags/tag124.xml"/><Relationship Id="rId12" Type="http://schemas.openxmlformats.org/officeDocument/2006/relationships/tags" Target="../tags/tag132.xml"/><Relationship Id="rId11" Type="http://schemas.openxmlformats.org/officeDocument/2006/relationships/tags" Target="../tags/tag131.xml"/><Relationship Id="rId10" Type="http://schemas.openxmlformats.org/officeDocument/2006/relationships/tags" Target="../tags/tag130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image" Target="../media/image6.png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image" Target="../media/image1.jpeg"/><Relationship Id="rId2" Type="http://schemas.openxmlformats.org/officeDocument/2006/relationships/tags" Target="../tags/tag133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image" Target="../media/image6.png"/><Relationship Id="rId7" Type="http://schemas.openxmlformats.org/officeDocument/2006/relationships/tags" Target="../tags/tag147.xml"/><Relationship Id="rId6" Type="http://schemas.openxmlformats.org/officeDocument/2006/relationships/image" Target="../media/image5.png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image" Target="../media/image1.jpeg"/><Relationship Id="rId2" Type="http://schemas.openxmlformats.org/officeDocument/2006/relationships/tags" Target="../tags/tag144.xml"/><Relationship Id="rId13" Type="http://schemas.openxmlformats.org/officeDocument/2006/relationships/tags" Target="../tags/tag152.xml"/><Relationship Id="rId12" Type="http://schemas.openxmlformats.org/officeDocument/2006/relationships/tags" Target="../tags/tag151.xml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318"/>
            <a:ext cx="12191930" cy="6857683"/>
          </a:xfrm>
          <a:prstGeom prst="rect">
            <a:avLst/>
          </a:prstGeom>
        </p:spPr>
      </p:pic>
      <p:pic>
        <p:nvPicPr>
          <p:cNvPr id="4" name="图片 3" descr="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30372" t="49972" r="-2164" b="-13172"/>
          <a:stretch>
            <a:fillRect/>
          </a:stretch>
        </p:blipFill>
        <p:spPr>
          <a:xfrm>
            <a:off x="0" y="635"/>
            <a:ext cx="1727835" cy="1523440"/>
          </a:xfrm>
          <a:prstGeom prst="rect">
            <a:avLst/>
          </a:prstGeom>
        </p:spPr>
      </p:pic>
      <p:pic>
        <p:nvPicPr>
          <p:cNvPr id="5" name="图片 4" descr="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17882" r="11938"/>
          <a:stretch>
            <a:fillRect/>
          </a:stretch>
        </p:blipFill>
        <p:spPr>
          <a:xfrm>
            <a:off x="0" y="5891529"/>
            <a:ext cx="893398" cy="965836"/>
          </a:xfrm>
          <a:prstGeom prst="rect">
            <a:avLst/>
          </a:prstGeom>
        </p:spPr>
      </p:pic>
      <p:pic>
        <p:nvPicPr>
          <p:cNvPr id="8" name="图片 7" descr="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l="-13704" t="-23134" r="7756" b="-13594"/>
          <a:stretch>
            <a:fillRect/>
          </a:stretch>
        </p:blipFill>
        <p:spPr>
          <a:xfrm>
            <a:off x="6536690" y="2096"/>
            <a:ext cx="5655297" cy="6854444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/>
          <p:nvPr>
            <p:ph type="ctrTitle" idx="1" hasCustomPrompt="1"/>
            <p:custDataLst>
              <p:tags r:id="rId13"/>
            </p:custDataLst>
          </p:nvPr>
        </p:nvSpPr>
        <p:spPr>
          <a:xfrm>
            <a:off x="342265" y="2281262"/>
            <a:ext cx="6696697" cy="2245165"/>
          </a:xfrm>
          <a:noFill/>
        </p:spPr>
        <p:txBody>
          <a:bodyPr vert="horz" wrap="square" lIns="101600" tIns="38100" rIns="76200" bIns="381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accent1">
                    <a:lumMod val="75000"/>
                  </a:schemeClr>
                </a:solidFill>
                <a:uFillTx/>
                <a:latin typeface="Arial" panose="020B0604020202020204" pitchFamily="34" charset="0"/>
                <a:ea typeface="汉仪大黑简" panose="0201060000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6" name="副标题 2"/>
          <p:cNvSpPr/>
          <p:nvPr>
            <p:ph type="subTitle" idx="2" hasCustomPrompt="1"/>
            <p:custDataLst>
              <p:tags r:id="rId14"/>
            </p:custDataLst>
          </p:nvPr>
        </p:nvSpPr>
        <p:spPr>
          <a:xfrm>
            <a:off x="342265" y="4561596"/>
            <a:ext cx="4234851" cy="596167"/>
          </a:xfrm>
          <a:noFill/>
        </p:spPr>
        <p:txBody>
          <a:bodyPr vert="horz" wrap="square" lIns="101600" tIns="0" rIns="82550" bIns="0" rtlCol="0">
            <a:normAutofit/>
          </a:bodyPr>
          <a:lstStyle>
            <a:lvl1pPr marL="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3000" b="1" i="0" u="none" strike="noStrike" kern="1200" cap="all" spc="400" normalizeH="0" baseline="0" noProof="1" dirty="0">
                <a:solidFill>
                  <a:schemeClr val="accent1">
                    <a:lumMod val="75000"/>
                  </a:schemeClr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0"/>
            <a:ext cx="12191930" cy="6857365"/>
          </a:xfrm>
          <a:prstGeom prst="rect">
            <a:avLst/>
          </a:prstGeom>
        </p:spPr>
      </p:pic>
      <p:pic>
        <p:nvPicPr>
          <p:cNvPr id="13" name="图片 12" descr="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60897" t="48346" r="-12483" b="-3135"/>
          <a:stretch>
            <a:fillRect/>
          </a:stretch>
        </p:blipFill>
        <p:spPr>
          <a:xfrm>
            <a:off x="2540" y="0"/>
            <a:ext cx="2200322" cy="2009763"/>
          </a:xfrm>
          <a:prstGeom prst="rect">
            <a:avLst/>
          </a:prstGeom>
        </p:spPr>
      </p:pic>
      <p:pic>
        <p:nvPicPr>
          <p:cNvPr id="11" name="图片 10" descr="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-1886" t="7647" r="61734" b="46796"/>
          <a:stretch>
            <a:fillRect/>
          </a:stretch>
        </p:blipFill>
        <p:spPr>
          <a:xfrm>
            <a:off x="9990628" y="4861562"/>
            <a:ext cx="2203911" cy="19964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dk1">
                    <a:tint val="75000"/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29" y="497"/>
            <a:ext cx="12191930" cy="6857325"/>
          </a:xfrm>
          <a:prstGeom prst="rect">
            <a:avLst/>
          </a:prstGeom>
        </p:spPr>
      </p:pic>
      <p:pic>
        <p:nvPicPr>
          <p:cNvPr id="3" name="图片 2" descr="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11669" t="-22312" r="13"/>
          <a:stretch>
            <a:fillRect/>
          </a:stretch>
        </p:blipFill>
        <p:spPr>
          <a:xfrm>
            <a:off x="159" y="2349183"/>
            <a:ext cx="4208780" cy="4508500"/>
          </a:xfrm>
          <a:prstGeom prst="rect">
            <a:avLst/>
          </a:prstGeom>
        </p:spPr>
      </p:pic>
      <p:pic>
        <p:nvPicPr>
          <p:cNvPr id="13" name="图片 12" descr="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-22234" t="-11007" r="32857" b="-14362"/>
          <a:stretch>
            <a:fillRect/>
          </a:stretch>
        </p:blipFill>
        <p:spPr>
          <a:xfrm>
            <a:off x="10371931" y="318"/>
            <a:ext cx="1820863" cy="251894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 2"/>
          <p:cNvSpPr/>
          <p:nvPr>
            <p:ph type="ctrTitle" idx="1" hasCustomPrompt="1"/>
            <p:custDataLst>
              <p:tags r:id="rId11"/>
            </p:custDataLst>
          </p:nvPr>
        </p:nvSpPr>
        <p:spPr>
          <a:xfrm>
            <a:off x="-635" y="2942241"/>
            <a:ext cx="12192622" cy="1938020"/>
          </a:xfrm>
          <a:noFill/>
        </p:spPr>
        <p:txBody>
          <a:bodyPr vert="horz" wrap="square" lIns="101600" tIns="38100" rIns="76200" bIns="381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000" b="0" i="0" u="none" strike="noStrike" kern="1200" cap="none" spc="300" normalizeH="0" baseline="0" noProof="1" dirty="0">
                <a:solidFill>
                  <a:schemeClr val="accent1">
                    <a:lumMod val="75000"/>
                  </a:schemeClr>
                </a:solidFill>
                <a:uFillTx/>
                <a:latin typeface="Arial" panose="020B0604020202020204" pitchFamily="34" charset="0"/>
                <a:ea typeface="汉仪大黑简" panose="0201060000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0"/>
            <a:ext cx="12191930" cy="6857365"/>
          </a:xfrm>
          <a:prstGeom prst="rect">
            <a:avLst/>
          </a:prstGeom>
        </p:spPr>
      </p:pic>
      <p:pic>
        <p:nvPicPr>
          <p:cNvPr id="13" name="图片 12" descr="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60897" t="48346" r="-12483" b="-3135"/>
          <a:stretch>
            <a:fillRect/>
          </a:stretch>
        </p:blipFill>
        <p:spPr>
          <a:xfrm>
            <a:off x="2540" y="0"/>
            <a:ext cx="2200322" cy="2009763"/>
          </a:xfrm>
          <a:prstGeom prst="rect">
            <a:avLst/>
          </a:prstGeom>
        </p:spPr>
      </p:pic>
      <p:pic>
        <p:nvPicPr>
          <p:cNvPr id="11" name="图片 10" descr="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-1886" t="7647" r="61734" b="46796"/>
          <a:stretch>
            <a:fillRect/>
          </a:stretch>
        </p:blipFill>
        <p:spPr>
          <a:xfrm>
            <a:off x="9990628" y="4861562"/>
            <a:ext cx="2203911" cy="19964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dk1">
                    <a:tint val="75000"/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0"/>
            <a:ext cx="12191930" cy="6857365"/>
          </a:xfrm>
          <a:prstGeom prst="rect">
            <a:avLst/>
          </a:prstGeom>
        </p:spPr>
      </p:pic>
      <p:pic>
        <p:nvPicPr>
          <p:cNvPr id="13" name="图片 12" descr="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60897" t="48346" r="-12483" b="-3135"/>
          <a:stretch>
            <a:fillRect/>
          </a:stretch>
        </p:blipFill>
        <p:spPr>
          <a:xfrm>
            <a:off x="2540" y="0"/>
            <a:ext cx="2200322" cy="2009763"/>
          </a:xfrm>
          <a:prstGeom prst="rect">
            <a:avLst/>
          </a:prstGeom>
        </p:spPr>
      </p:pic>
      <p:pic>
        <p:nvPicPr>
          <p:cNvPr id="11" name="图片 10" descr="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-1886" t="7647" r="61734" b="46796"/>
          <a:stretch>
            <a:fillRect/>
          </a:stretch>
        </p:blipFill>
        <p:spPr>
          <a:xfrm>
            <a:off x="9990628" y="4861562"/>
            <a:ext cx="2203911" cy="19964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solidFill>
                  <a:schemeClr val="dk1">
                    <a:tint val="75000"/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-317"/>
            <a:ext cx="12191930" cy="6857683"/>
          </a:xfrm>
          <a:prstGeom prst="rect">
            <a:avLst/>
          </a:prstGeom>
        </p:spPr>
      </p:pic>
      <p:pic>
        <p:nvPicPr>
          <p:cNvPr id="6" name="图片 5" descr="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21059" y="5899001"/>
            <a:ext cx="1270032" cy="958986"/>
          </a:xfrm>
          <a:prstGeom prst="rect">
            <a:avLst/>
          </a:prstGeom>
        </p:spPr>
      </p:pic>
      <p:pic>
        <p:nvPicPr>
          <p:cNvPr id="7" name="图片 6" descr="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-71013" r="-55340" b="12724"/>
          <a:stretch>
            <a:fillRect/>
          </a:stretch>
        </p:blipFill>
        <p:spPr>
          <a:xfrm>
            <a:off x="0" y="5236210"/>
            <a:ext cx="3063428" cy="1621777"/>
          </a:xfrm>
          <a:prstGeom prst="rect">
            <a:avLst/>
          </a:prstGeom>
        </p:spPr>
      </p:pic>
      <p:pic>
        <p:nvPicPr>
          <p:cNvPr id="8" name="图片 7" descr="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l="-17525" t="-21064" r="14962" b="-4308"/>
          <a:stretch>
            <a:fillRect/>
          </a:stretch>
        </p:blipFill>
        <p:spPr>
          <a:xfrm>
            <a:off x="6295390" y="3175"/>
            <a:ext cx="5896610" cy="61531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0"/>
            <a:ext cx="12191930" cy="6857365"/>
          </a:xfrm>
          <a:prstGeom prst="rect">
            <a:avLst/>
          </a:prstGeom>
        </p:spPr>
      </p:pic>
      <p:pic>
        <p:nvPicPr>
          <p:cNvPr id="13" name="图片 12" descr="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60897" t="48346" r="-12483" b="-3135"/>
          <a:stretch>
            <a:fillRect/>
          </a:stretch>
        </p:blipFill>
        <p:spPr>
          <a:xfrm>
            <a:off x="2540" y="0"/>
            <a:ext cx="2200322" cy="2009763"/>
          </a:xfrm>
          <a:prstGeom prst="rect">
            <a:avLst/>
          </a:prstGeom>
        </p:spPr>
      </p:pic>
      <p:pic>
        <p:nvPicPr>
          <p:cNvPr id="11" name="图片 10" descr="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-1886" t="7647" r="61734" b="46796"/>
          <a:stretch>
            <a:fillRect/>
          </a:stretch>
        </p:blipFill>
        <p:spPr>
          <a:xfrm>
            <a:off x="9990628" y="4861562"/>
            <a:ext cx="2203911" cy="19964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dk1">
                    <a:tint val="75000"/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0"/>
            <a:ext cx="12191930" cy="6857365"/>
          </a:xfrm>
          <a:prstGeom prst="rect">
            <a:avLst/>
          </a:prstGeom>
        </p:spPr>
      </p:pic>
      <p:pic>
        <p:nvPicPr>
          <p:cNvPr id="13" name="图片 12" descr="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60897" t="48346" r="-12483" b="-3135"/>
          <a:stretch>
            <a:fillRect/>
          </a:stretch>
        </p:blipFill>
        <p:spPr>
          <a:xfrm>
            <a:off x="2540" y="0"/>
            <a:ext cx="2200322" cy="2009763"/>
          </a:xfrm>
          <a:prstGeom prst="rect">
            <a:avLst/>
          </a:prstGeom>
        </p:spPr>
      </p:pic>
      <p:pic>
        <p:nvPicPr>
          <p:cNvPr id="11" name="图片 10" descr="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-1886" t="7647" r="61734" b="46796"/>
          <a:stretch>
            <a:fillRect/>
          </a:stretch>
        </p:blipFill>
        <p:spPr>
          <a:xfrm>
            <a:off x="9990628" y="4861562"/>
            <a:ext cx="2203911" cy="1996425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dk1">
                    <a:tint val="75000"/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0"/>
            <a:ext cx="12191930" cy="6857365"/>
          </a:xfrm>
          <a:prstGeom prst="rect">
            <a:avLst/>
          </a:prstGeom>
        </p:spPr>
      </p:pic>
      <p:pic>
        <p:nvPicPr>
          <p:cNvPr id="13" name="图片 12" descr="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60897" t="48346" r="-12483" b="-3135"/>
          <a:stretch>
            <a:fillRect/>
          </a:stretch>
        </p:blipFill>
        <p:spPr>
          <a:xfrm>
            <a:off x="2540" y="0"/>
            <a:ext cx="2200322" cy="2009763"/>
          </a:xfrm>
          <a:prstGeom prst="rect">
            <a:avLst/>
          </a:prstGeom>
        </p:spPr>
      </p:pic>
      <p:pic>
        <p:nvPicPr>
          <p:cNvPr id="11" name="图片 10" descr="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-1886" t="7647" r="61734" b="46796"/>
          <a:stretch>
            <a:fillRect/>
          </a:stretch>
        </p:blipFill>
        <p:spPr>
          <a:xfrm>
            <a:off x="9990628" y="4861562"/>
            <a:ext cx="2203911" cy="199642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dk1">
                    <a:tint val="75000"/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318"/>
            <a:ext cx="12191930" cy="6857683"/>
          </a:xfrm>
          <a:prstGeom prst="rect">
            <a:avLst/>
          </a:prstGeom>
        </p:spPr>
      </p:pic>
      <p:pic>
        <p:nvPicPr>
          <p:cNvPr id="6" name="图片 5" descr="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30372" t="49972" r="-2164" b="-13172"/>
          <a:stretch>
            <a:fillRect/>
          </a:stretch>
        </p:blipFill>
        <p:spPr>
          <a:xfrm>
            <a:off x="0" y="635"/>
            <a:ext cx="1727835" cy="1523440"/>
          </a:xfrm>
          <a:prstGeom prst="rect">
            <a:avLst/>
          </a:prstGeom>
        </p:spPr>
      </p:pic>
      <p:pic>
        <p:nvPicPr>
          <p:cNvPr id="2" name="图片 1" descr="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17882" r="11938"/>
          <a:stretch>
            <a:fillRect/>
          </a:stretch>
        </p:blipFill>
        <p:spPr>
          <a:xfrm>
            <a:off x="0" y="5891529"/>
            <a:ext cx="893398" cy="965836"/>
          </a:xfrm>
          <a:prstGeom prst="rect">
            <a:avLst/>
          </a:prstGeom>
        </p:spPr>
      </p:pic>
      <p:pic>
        <p:nvPicPr>
          <p:cNvPr id="8" name="图片 7" descr="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l="-13704" t="-23134" r="7756" b="-13594"/>
          <a:stretch>
            <a:fillRect/>
          </a:stretch>
        </p:blipFill>
        <p:spPr>
          <a:xfrm>
            <a:off x="6536690" y="2096"/>
            <a:ext cx="5655297" cy="6854444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直接连接符 8"/>
          <p:cNvCxnSpPr/>
          <p:nvPr>
            <p:custDataLst>
              <p:tags r:id="rId13"/>
            </p:custDataLst>
          </p:nvPr>
        </p:nvCxnSpPr>
        <p:spPr>
          <a:xfrm>
            <a:off x="365760" y="4107397"/>
            <a:ext cx="1264285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标题 1"/>
          <p:cNvSpPr/>
          <p:nvPr>
            <p:ph type="title" idx="2" hasCustomPrompt="1"/>
            <p:custDataLst>
              <p:tags r:id="rId14"/>
            </p:custDataLst>
          </p:nvPr>
        </p:nvSpPr>
        <p:spPr>
          <a:xfrm>
            <a:off x="342265" y="2372577"/>
            <a:ext cx="6696697" cy="1445260"/>
          </a:xfrm>
          <a:noFill/>
        </p:spPr>
        <p:txBody>
          <a:bodyPr vert="horz" wrap="square" lIns="0" tIns="38100" rIns="76200" bIns="3810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8000" b="1" i="0" u="none" strike="noStrike" kern="1200" cap="none" spc="0" normalizeH="0" baseline="0" noProof="1" dirty="0">
                <a:solidFill>
                  <a:schemeClr val="accent1">
                    <a:lumMod val="75000"/>
                  </a:schemeClr>
                </a:solidFill>
                <a:uFillTx/>
                <a:latin typeface="Arial" panose="020B0604020202020204" pitchFamily="34" charset="0"/>
                <a:ea typeface="汉仪大黑简" panose="02010600000101010101" charset="-122"/>
                <a:cs typeface="Arial" panose="020B0604020202020204" pitchFamily="34" charset="0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11" name="副标题 2"/>
          <p:cNvSpPr/>
          <p:nvPr>
            <p:ph type="subTitle" idx="3" hasCustomPrompt="1"/>
            <p:custDataLst>
              <p:tags r:id="rId15"/>
            </p:custDataLst>
          </p:nvPr>
        </p:nvSpPr>
        <p:spPr>
          <a:xfrm>
            <a:off x="342265" y="4286467"/>
            <a:ext cx="3959847" cy="779981"/>
          </a:xfrm>
          <a:noFill/>
        </p:spPr>
        <p:txBody>
          <a:bodyPr vert="horz" wrap="square" lIns="0" tIns="0" rIns="82550" bIns="0" rtlCol="0">
            <a:normAutofit/>
          </a:bodyPr>
          <a:lstStyle>
            <a:lvl1pPr marL="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3200" b="1" i="0" u="none" strike="noStrike" kern="1200" cap="all" spc="600" normalizeH="0" baseline="0" noProof="1" dirty="0">
                <a:solidFill>
                  <a:schemeClr val="accent1">
                    <a:lumMod val="75000"/>
                  </a:schemeClr>
                </a:solidFill>
                <a:uFillTx/>
                <a:latin typeface="Arial" panose="020B0604020202020204" pitchFamily="34" charset="0"/>
                <a:ea typeface="汉仪中黑 简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0"/>
            <a:ext cx="12191930" cy="6857365"/>
          </a:xfrm>
          <a:prstGeom prst="rect">
            <a:avLst/>
          </a:prstGeom>
        </p:spPr>
      </p:pic>
      <p:pic>
        <p:nvPicPr>
          <p:cNvPr id="13" name="图片 12" descr="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60897" t="48346" r="-12483" b="-3135"/>
          <a:stretch>
            <a:fillRect/>
          </a:stretch>
        </p:blipFill>
        <p:spPr>
          <a:xfrm>
            <a:off x="2540" y="0"/>
            <a:ext cx="2200322" cy="2009763"/>
          </a:xfrm>
          <a:prstGeom prst="rect">
            <a:avLst/>
          </a:prstGeom>
        </p:spPr>
      </p:pic>
      <p:pic>
        <p:nvPicPr>
          <p:cNvPr id="11" name="图片 10" descr="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-1886" t="7647" r="61734" b="46796"/>
          <a:stretch>
            <a:fillRect/>
          </a:stretch>
        </p:blipFill>
        <p:spPr>
          <a:xfrm>
            <a:off x="9990628" y="4861562"/>
            <a:ext cx="2203911" cy="19964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635"/>
            <a:ext cx="12191930" cy="6857365"/>
          </a:xfrm>
          <a:prstGeom prst="rect">
            <a:avLst/>
          </a:prstGeom>
        </p:spPr>
      </p:pic>
      <p:pic>
        <p:nvPicPr>
          <p:cNvPr id="13" name="图片 12" descr="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60897" t="48346" r="-12483" b="-3135"/>
          <a:stretch>
            <a:fillRect/>
          </a:stretch>
        </p:blipFill>
        <p:spPr>
          <a:xfrm>
            <a:off x="2540" y="0"/>
            <a:ext cx="2200322" cy="2009763"/>
          </a:xfrm>
          <a:prstGeom prst="rect">
            <a:avLst/>
          </a:prstGeom>
        </p:spPr>
      </p:pic>
      <p:pic>
        <p:nvPicPr>
          <p:cNvPr id="11" name="图片 10" descr="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-1886" t="7647" r="61734" b="46796"/>
          <a:stretch>
            <a:fillRect/>
          </a:stretch>
        </p:blipFill>
        <p:spPr>
          <a:xfrm>
            <a:off x="9990628" y="4861562"/>
            <a:ext cx="2203911" cy="199642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635"/>
            <a:ext cx="12191930" cy="685736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-8255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dirty="0">
              <a:solidFill>
                <a:schemeClr val="lt1"/>
              </a:solidFill>
              <a:sym typeface="+mn-ea"/>
            </a:endParaRPr>
          </a:p>
        </p:txBody>
      </p:sp>
      <p:pic>
        <p:nvPicPr>
          <p:cNvPr id="11" name="图片 10" descr="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-1886" t="7647" r="61734" b="46796"/>
          <a:stretch>
            <a:fillRect/>
          </a:stretch>
        </p:blipFill>
        <p:spPr>
          <a:xfrm>
            <a:off x="10331281" y="5170160"/>
            <a:ext cx="1863246" cy="16878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635"/>
            <a:ext cx="12191930" cy="685736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11" name="图片 10" descr="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-1886" t="7647" r="61734" b="46796"/>
          <a:stretch>
            <a:fillRect/>
          </a:stretch>
        </p:blipFill>
        <p:spPr>
          <a:xfrm>
            <a:off x="10624544" y="5435817"/>
            <a:ext cx="1569983" cy="142217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635"/>
            <a:ext cx="12191930" cy="685736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5029836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13" name="图片 12" descr="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60897" t="48346" r="-12483" b="-3135"/>
          <a:stretch>
            <a:fillRect/>
          </a:stretch>
        </p:blipFill>
        <p:spPr>
          <a:xfrm>
            <a:off x="2540" y="0"/>
            <a:ext cx="2200322" cy="200976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2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635"/>
            <a:ext cx="12191930" cy="6857365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-1886" t="7647" r="61734" b="46796"/>
          <a:stretch>
            <a:fillRect/>
          </a:stretch>
        </p:blipFill>
        <p:spPr>
          <a:xfrm>
            <a:off x="10503205" y="5325890"/>
            <a:ext cx="1691336" cy="153210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3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4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1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" y="0"/>
            <a:ext cx="12191930" cy="685736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13" name="图片 12" descr="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60897" t="48346" r="-12483" b="-3135"/>
          <a:stretch>
            <a:fillRect/>
          </a:stretch>
        </p:blipFill>
        <p:spPr>
          <a:xfrm>
            <a:off x="2541" y="0"/>
            <a:ext cx="1580000" cy="1443164"/>
          </a:xfrm>
          <a:prstGeom prst="rect">
            <a:avLst/>
          </a:prstGeom>
        </p:spPr>
      </p:pic>
      <p:pic>
        <p:nvPicPr>
          <p:cNvPr id="11" name="图片 10" descr="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l="-1886" t="7647" r="61734" b="46796"/>
          <a:stretch>
            <a:fillRect/>
          </a:stretch>
        </p:blipFill>
        <p:spPr>
          <a:xfrm>
            <a:off x="10543650" y="5362532"/>
            <a:ext cx="1650889" cy="149546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中黑 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58.xml"/><Relationship Id="rId23" Type="http://schemas.openxmlformats.org/officeDocument/2006/relationships/tags" Target="../tags/tag157.xml"/><Relationship Id="rId22" Type="http://schemas.openxmlformats.org/officeDocument/2006/relationships/tags" Target="../tags/tag156.xml"/><Relationship Id="rId21" Type="http://schemas.openxmlformats.org/officeDocument/2006/relationships/tags" Target="../tags/tag155.xml"/><Relationship Id="rId20" Type="http://schemas.openxmlformats.org/officeDocument/2006/relationships/tags" Target="../tags/tag154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53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中黑 简" panose="00020600040101010101" charset="-122"/>
                <a:cs typeface="汉仪中黑 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汉仪中黑 简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中黑 简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中黑 简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中黑 简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中黑 简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中黑 简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65.xml"/><Relationship Id="rId2" Type="http://schemas.openxmlformats.org/officeDocument/2006/relationships/image" Target="../media/image11.png"/><Relationship Id="rId1" Type="http://schemas.openxmlformats.org/officeDocument/2006/relationships/tags" Target="../tags/tag16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67.xml"/><Relationship Id="rId2" Type="http://schemas.openxmlformats.org/officeDocument/2006/relationships/image" Target="../media/image12.png"/><Relationship Id="rId1" Type="http://schemas.openxmlformats.org/officeDocument/2006/relationships/tags" Target="../tags/tag16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69.xml"/><Relationship Id="rId2" Type="http://schemas.openxmlformats.org/officeDocument/2006/relationships/image" Target="../media/image13.png"/><Relationship Id="rId1" Type="http://schemas.openxmlformats.org/officeDocument/2006/relationships/tags" Target="../tags/tag168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71.xml"/><Relationship Id="rId2" Type="http://schemas.openxmlformats.org/officeDocument/2006/relationships/image" Target="../media/image14.png"/><Relationship Id="rId1" Type="http://schemas.openxmlformats.org/officeDocument/2006/relationships/tags" Target="../tags/tag170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73.xml"/><Relationship Id="rId2" Type="http://schemas.openxmlformats.org/officeDocument/2006/relationships/image" Target="../media/image15.png"/><Relationship Id="rId1" Type="http://schemas.openxmlformats.org/officeDocument/2006/relationships/tags" Target="../tags/tag172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7.xml"/><Relationship Id="rId5" Type="http://schemas.openxmlformats.org/officeDocument/2006/relationships/tags" Target="../tags/tag175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tags" Target="../tags/tag174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177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tags" Target="../tags/tag176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79.xml"/><Relationship Id="rId2" Type="http://schemas.openxmlformats.org/officeDocument/2006/relationships/image" Target="../media/image21.png"/><Relationship Id="rId1" Type="http://schemas.openxmlformats.org/officeDocument/2006/relationships/tags" Target="../tags/tag178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181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tags" Target="../tags/tag180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83.xml"/><Relationship Id="rId2" Type="http://schemas.openxmlformats.org/officeDocument/2006/relationships/image" Target="../media/image24.png"/><Relationship Id="rId1" Type="http://schemas.openxmlformats.org/officeDocument/2006/relationships/tags" Target="../tags/tag18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85.xml"/><Relationship Id="rId2" Type="http://schemas.openxmlformats.org/officeDocument/2006/relationships/image" Target="../media/image25.png"/><Relationship Id="rId1" Type="http://schemas.openxmlformats.org/officeDocument/2006/relationships/tags" Target="../tags/tag184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87.xml"/><Relationship Id="rId2" Type="http://schemas.openxmlformats.org/officeDocument/2006/relationships/image" Target="../media/image26.png"/><Relationship Id="rId1" Type="http://schemas.openxmlformats.org/officeDocument/2006/relationships/tags" Target="../tags/tag186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89.xml"/><Relationship Id="rId2" Type="http://schemas.openxmlformats.org/officeDocument/2006/relationships/image" Target="../media/image27.png"/><Relationship Id="rId1" Type="http://schemas.openxmlformats.org/officeDocument/2006/relationships/tags" Target="../tags/tag188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91.xml"/><Relationship Id="rId2" Type="http://schemas.openxmlformats.org/officeDocument/2006/relationships/image" Target="../media/image28.png"/><Relationship Id="rId1" Type="http://schemas.openxmlformats.org/officeDocument/2006/relationships/tags" Target="../tags/tag190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93.xml"/><Relationship Id="rId2" Type="http://schemas.openxmlformats.org/officeDocument/2006/relationships/image" Target="../media/image29.png"/><Relationship Id="rId1" Type="http://schemas.openxmlformats.org/officeDocument/2006/relationships/tags" Target="../tags/tag192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95.xml"/><Relationship Id="rId2" Type="http://schemas.openxmlformats.org/officeDocument/2006/relationships/image" Target="../media/image30.png"/><Relationship Id="rId1" Type="http://schemas.openxmlformats.org/officeDocument/2006/relationships/tags" Target="../tags/tag194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197.xml"/><Relationship Id="rId2" Type="http://schemas.openxmlformats.org/officeDocument/2006/relationships/image" Target="../media/image31.png"/><Relationship Id="rId1" Type="http://schemas.openxmlformats.org/officeDocument/2006/relationships/tags" Target="../tags/tag196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199.xml"/><Relationship Id="rId1" Type="http://schemas.openxmlformats.org/officeDocument/2006/relationships/tags" Target="../tags/tag198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01.xml"/><Relationship Id="rId1" Type="http://schemas.openxmlformats.org/officeDocument/2006/relationships/tags" Target="../tags/tag200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03.xml"/><Relationship Id="rId1" Type="http://schemas.openxmlformats.org/officeDocument/2006/relationships/tags" Target="../tags/tag20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05.xml"/><Relationship Id="rId1" Type="http://schemas.openxmlformats.org/officeDocument/2006/relationships/tags" Target="../tags/tag204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07.xml"/><Relationship Id="rId2" Type="http://schemas.openxmlformats.org/officeDocument/2006/relationships/image" Target="../media/image32.jpeg"/><Relationship Id="rId1" Type="http://schemas.openxmlformats.org/officeDocument/2006/relationships/tags" Target="../tags/tag206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09.xml"/><Relationship Id="rId2" Type="http://schemas.openxmlformats.org/officeDocument/2006/relationships/image" Target="../media/image33.png"/><Relationship Id="rId1" Type="http://schemas.openxmlformats.org/officeDocument/2006/relationships/tags" Target="../tags/tag208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11.xml"/><Relationship Id="rId1" Type="http://schemas.openxmlformats.org/officeDocument/2006/relationships/tags" Target="../tags/tag210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13.xml"/><Relationship Id="rId1" Type="http://schemas.openxmlformats.org/officeDocument/2006/relationships/tags" Target="../tags/tag212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15.xml"/><Relationship Id="rId1" Type="http://schemas.openxmlformats.org/officeDocument/2006/relationships/tags" Target="../tags/tag214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17.xml"/><Relationship Id="rId1" Type="http://schemas.openxmlformats.org/officeDocument/2006/relationships/tags" Target="../tags/tag216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19.xml"/><Relationship Id="rId1" Type="http://schemas.openxmlformats.org/officeDocument/2006/relationships/tags" Target="../tags/tag218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21.xml"/><Relationship Id="rId2" Type="http://schemas.openxmlformats.org/officeDocument/2006/relationships/image" Target="../media/image34.png"/><Relationship Id="rId1" Type="http://schemas.openxmlformats.org/officeDocument/2006/relationships/tags" Target="../tags/tag220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23.xml"/><Relationship Id="rId1" Type="http://schemas.openxmlformats.org/officeDocument/2006/relationships/tags" Target="../tags/tag22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25.xml"/><Relationship Id="rId2" Type="http://schemas.openxmlformats.org/officeDocument/2006/relationships/image" Target="../media/image35.png"/><Relationship Id="rId1" Type="http://schemas.openxmlformats.org/officeDocument/2006/relationships/tags" Target="../tags/tag224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227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tags" Target="../tags/tag226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29.xml"/><Relationship Id="rId2" Type="http://schemas.openxmlformats.org/officeDocument/2006/relationships/image" Target="../media/image38.png"/><Relationship Id="rId1" Type="http://schemas.openxmlformats.org/officeDocument/2006/relationships/tags" Target="../tags/tag228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31.xml"/><Relationship Id="rId1" Type="http://schemas.openxmlformats.org/officeDocument/2006/relationships/tags" Target="../tags/tag2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/>
          <p:nvPr>
            <p:ph type="ctrTitle" idx="1"/>
            <p:custDataLst>
              <p:tags r:id="rId1"/>
            </p:custDataLst>
          </p:nvPr>
        </p:nvSpPr>
        <p:spPr>
          <a:xfrm>
            <a:off x="130175" y="283210"/>
            <a:ext cx="10716895" cy="5163820"/>
          </a:xfrm>
        </p:spPr>
        <p:txBody>
          <a:bodyPr>
            <a:normAutofit/>
          </a:bodyPr>
          <a:p>
            <a:r>
              <a:rPr lang="en-US" altLang="zh-CN" sz="1150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ea"/>
                <a:ea typeface="+mj-ea"/>
                <a:cs typeface="+mj-ea"/>
                <a:sym typeface="+mn-ea"/>
              </a:rPr>
              <a:t>MQTT</a:t>
            </a:r>
            <a:r>
              <a:rPr sz="1150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ea"/>
                <a:ea typeface="+mj-ea"/>
                <a:cs typeface="+mj-ea"/>
                <a:sym typeface="+mn-ea"/>
              </a:rPr>
              <a:t>协议详解</a:t>
            </a:r>
            <a:br>
              <a:rPr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sz="48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使用自建</a:t>
            </a:r>
            <a:r>
              <a:rPr lang="en-US" altLang="zh-CN" sz="48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EMQX MQTT</a:t>
            </a:r>
            <a:r>
              <a:rPr sz="48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服务器</a:t>
            </a:r>
            <a:br>
              <a:rPr sz="48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US" altLang="zh-CN" sz="400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副标题 4"/>
          <p:cNvSpPr/>
          <p:nvPr>
            <p:ph type="subTitle" idx="2"/>
            <p:custDataLst>
              <p:tags r:id="rId2"/>
            </p:custDataLst>
          </p:nvPr>
        </p:nvSpPr>
        <p:spPr>
          <a:xfrm>
            <a:off x="251460" y="5254625"/>
            <a:ext cx="11135360" cy="638810"/>
          </a:xfrm>
        </p:spPr>
        <p:txBody>
          <a:bodyPr/>
          <a:p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——</a:t>
            </a:r>
            <a:r>
              <a:rPr sz="2400">
                <a:solidFill>
                  <a:schemeClr val="accent1">
                    <a:lumMod val="75000"/>
                  </a:schemeClr>
                </a:solidFill>
              </a:rPr>
              <a:t>超子说物联网</a:t>
            </a:r>
            <a:endParaRPr sz="2400">
              <a:solidFill>
                <a:schemeClr val="accent1">
                  <a:lumMod val="75000"/>
                </a:schemeClr>
              </a:solidFill>
            </a:endParaRPr>
          </a:p>
          <a:p>
            <a:endParaRPr sz="160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80000"/>
          </a:bodyPr>
          <a:p>
            <a:pPr algn="l"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详解大纲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7830" y="1298575"/>
            <a:ext cx="8313420" cy="2980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资源分享：我会把下载地址放在视频简介里，大家自取</a:t>
            </a:r>
            <a:r>
              <a:rPr lang="zh-CN" altLang="en-US">
                <a:sym typeface="+mn-ea"/>
              </a:rPr>
              <a:t>即可。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EMQX</a:t>
            </a:r>
            <a:r>
              <a:rPr lang="zh-CN" altLang="en-US">
                <a:sym typeface="+mn-ea"/>
              </a:rPr>
              <a:t>在自己的电脑上大家搭建一个</a:t>
            </a:r>
            <a:r>
              <a:rPr lang="en-US" altLang="zh-CN">
                <a:sym typeface="+mn-ea"/>
              </a:rPr>
              <a:t>MQTT</a:t>
            </a:r>
            <a:r>
              <a:rPr lang="zh-CN" altLang="en-US">
                <a:sym typeface="+mn-ea"/>
              </a:rPr>
              <a:t>服务器。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利用网络调试助手</a:t>
            </a:r>
            <a:r>
              <a:rPr lang="en-US" altLang="zh-CN">
                <a:sym typeface="+mn-ea"/>
              </a:rPr>
              <a:t> + MQTTX </a:t>
            </a:r>
            <a:r>
              <a:rPr lang="zh-CN" altLang="en-US">
                <a:sym typeface="+mn-ea"/>
              </a:rPr>
              <a:t>对</a:t>
            </a:r>
            <a:r>
              <a:rPr lang="en-US" altLang="zh-CN">
                <a:sym typeface="+mn-ea"/>
              </a:rPr>
              <a:t>MQTT 3.1.1</a:t>
            </a:r>
            <a:r>
              <a:rPr lang="zh-CN" altLang="en-US">
                <a:sym typeface="+mn-ea"/>
              </a:rPr>
              <a:t>协议中所有的报文进行分析。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en-US" altLang="zh-CN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sym typeface="+mn-ea"/>
              </a:rPr>
              <a:t>MQTT</a:t>
            </a:r>
            <a:r>
              <a:rPr lang="zh-CN" altLang="en-US">
                <a:sym typeface="+mn-ea"/>
              </a:rPr>
              <a:t>中文</a:t>
            </a:r>
            <a:r>
              <a:rPr lang="zh-CN" altLang="en-US">
                <a:sym typeface="+mn-ea"/>
              </a:rPr>
              <a:t>网：https://mqtt.p2hp.com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02"/>
          <p:cNvSpPr txBox="1"/>
          <p:nvPr>
            <p:custDataLst>
              <p:tags r:id="rId1"/>
            </p:custDataLst>
          </p:nvPr>
        </p:nvSpPr>
        <p:spPr>
          <a:xfrm>
            <a:off x="1853565" y="91440"/>
            <a:ext cx="5829300" cy="66548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60000"/>
          </a:bodyPr>
          <a:p>
            <a:pPr algn="l"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感性的了解一下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95" y="821055"/>
            <a:ext cx="11167110" cy="60369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02"/>
          <p:cNvSpPr txBox="1"/>
          <p:nvPr>
            <p:custDataLst>
              <p:tags r:id="rId1"/>
            </p:custDataLst>
          </p:nvPr>
        </p:nvSpPr>
        <p:spPr>
          <a:xfrm>
            <a:off x="1853565" y="91440"/>
            <a:ext cx="5829300" cy="66548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60000"/>
          </a:bodyPr>
          <a:p>
            <a:pPr algn="l"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感性的了解一下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95" y="873125"/>
            <a:ext cx="11299190" cy="61442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 algn="l"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7830" y="3490595"/>
            <a:ext cx="8313420" cy="2769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运行Emqx需要Erlang，如果大家没有安装过的话，可以安装上方红圈中已经下载</a:t>
            </a:r>
            <a:r>
              <a:rPr lang="zh-CN" altLang="en-US">
                <a:sym typeface="+mn-ea"/>
              </a:rPr>
              <a:t>好的Erlang安装包。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sym typeface="+mn-ea"/>
              </a:rPr>
              <a:t>e</a:t>
            </a:r>
            <a:r>
              <a:rPr lang="zh-CN" altLang="en-US">
                <a:sym typeface="+mn-ea"/>
              </a:rPr>
              <a:t>mq</a:t>
            </a:r>
            <a:r>
              <a:rPr lang="en-US" altLang="zh-CN">
                <a:sym typeface="+mn-ea"/>
              </a:rPr>
              <a:t>x</a:t>
            </a:r>
            <a:r>
              <a:rPr lang="zh-CN" altLang="en-US">
                <a:sym typeface="+mn-ea"/>
              </a:rPr>
              <a:t>无需安装，直接解压到无中文路径处</a:t>
            </a:r>
            <a:r>
              <a:rPr lang="zh-CN" altLang="en-US">
                <a:sym typeface="+mn-ea"/>
              </a:rPr>
              <a:t>即可。</a:t>
            </a:r>
            <a:endParaRPr lang="zh-CN" altLang="en-US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" y="1431925"/>
            <a:ext cx="8210550" cy="18478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7830" y="3701415"/>
            <a:ext cx="8313420" cy="2559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我直接把</a:t>
            </a:r>
            <a:r>
              <a:rPr lang="en-US" altLang="zh-CN">
                <a:sym typeface="+mn-ea"/>
              </a:rPr>
              <a:t>e</a:t>
            </a:r>
            <a:r>
              <a:rPr lang="zh-CN" altLang="en-US">
                <a:sym typeface="+mn-ea"/>
              </a:rPr>
              <a:t>mqx解压到了D盘下。</a:t>
            </a:r>
            <a:endParaRPr lang="zh-CN" altLang="en-US">
              <a:sym typeface="+mn-ea"/>
            </a:endParaRPr>
          </a:p>
        </p:txBody>
      </p:sp>
      <p:pic>
        <p:nvPicPr>
          <p:cNvPr id="3" name="图片 35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13" y="1221423"/>
            <a:ext cx="6645275" cy="236283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7830" y="5147945"/>
            <a:ext cx="8313420" cy="1457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emqx-5.3.2-windows-amd64文件夹内，按住Shift不松手，点击鼠标右键，弹出的对话框中点击红圈圈中的“在此处打开Powershell窗口”打开命令窗口。</a:t>
            </a:r>
            <a:endParaRPr lang="zh-CN" altLang="en-US">
              <a:sym typeface="+mn-ea"/>
            </a:endParaRPr>
          </a:p>
        </p:txBody>
      </p:sp>
      <p:pic>
        <p:nvPicPr>
          <p:cNvPr id="3" name="图片 -21474788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1441450"/>
            <a:ext cx="5588000" cy="334454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9575" y="2125345"/>
            <a:ext cx="8313420" cy="552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先检查红圈中的路径，是我们</a:t>
            </a:r>
            <a:r>
              <a:rPr lang="en-US" altLang="zh-CN">
                <a:sym typeface="+mn-ea"/>
              </a:rPr>
              <a:t>emqx</a:t>
            </a:r>
            <a:r>
              <a:rPr lang="zh-CN" altLang="en-US">
                <a:sym typeface="+mn-ea"/>
              </a:rPr>
              <a:t>的文件夹。</a:t>
            </a:r>
            <a:endParaRPr lang="zh-CN" altLang="en-US">
              <a:sym typeface="+mn-ea"/>
            </a:endParaRPr>
          </a:p>
        </p:txBody>
      </p:sp>
      <p:pic>
        <p:nvPicPr>
          <p:cNvPr id="3" name="图片 35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" y="1124903"/>
            <a:ext cx="3619500" cy="1000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-214747889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88" y="2677795"/>
            <a:ext cx="4543425" cy="971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409575" y="3649345"/>
            <a:ext cx="8313420" cy="501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输入</a:t>
            </a:r>
            <a:r>
              <a:rPr lang="en-US" altLang="zh-CN">
                <a:sym typeface="+mn-ea"/>
              </a:rPr>
              <a:t> bin/emqx start </a:t>
            </a:r>
            <a:r>
              <a:rPr lang="zh-CN" altLang="en-US">
                <a:sym typeface="+mn-ea"/>
              </a:rPr>
              <a:t>命令，启动</a:t>
            </a:r>
            <a:r>
              <a:rPr lang="en-US" altLang="zh-CN">
                <a:sym typeface="+mn-ea"/>
              </a:rPr>
              <a:t>emqx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</p:txBody>
      </p:sp>
      <p:pic>
        <p:nvPicPr>
          <p:cNvPr id="6" name="图片 35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705" y="4082733"/>
            <a:ext cx="4438650" cy="1247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409575" y="5579110"/>
            <a:ext cx="8313420" cy="501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>
                <a:sym typeface="+mn-ea"/>
              </a:rPr>
              <a:t>看到红圈中的信息，表示emqx启动成功，关闭命令窗口。</a:t>
            </a:r>
            <a:endParaRPr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3680" y="2221230"/>
            <a:ext cx="8313420" cy="1457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打开浏览器，地址栏中输入127.0.0.1:18083，登陆管理界面。</a:t>
            </a:r>
            <a:endParaRPr lang="zh-CN" altLang="en-US">
              <a:sym typeface="+mn-ea"/>
            </a:endParaRPr>
          </a:p>
        </p:txBody>
      </p:sp>
      <p:pic>
        <p:nvPicPr>
          <p:cNvPr id="3" name="图片 -21474788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05" y="1221740"/>
            <a:ext cx="4229100" cy="819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5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63" y="2782253"/>
            <a:ext cx="3315335" cy="19323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360680" y="4678045"/>
            <a:ext cx="8313420" cy="1457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登陆管理界面，大家第一次登陆时默认用户名和密码是admin/public，登陆后emqx要求我们设置自己的密码，大家自行设置密码即可。</a:t>
            </a:r>
            <a:endParaRPr lang="zh-CN" altLang="en-US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2895" y="4144645"/>
            <a:ext cx="8313420" cy="1457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登陆管理界面后，选择左侧第2个选项下的客户端认证。</a:t>
            </a:r>
            <a:endParaRPr lang="zh-CN" altLang="en-US">
              <a:sym typeface="+mn-ea"/>
            </a:endParaRPr>
          </a:p>
        </p:txBody>
      </p:sp>
      <p:pic>
        <p:nvPicPr>
          <p:cNvPr id="3" name="图片 35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63" y="1335088"/>
            <a:ext cx="6010275" cy="269557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9575" y="2428875"/>
            <a:ext cx="8313420" cy="565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点击红圈中的创建按钮。</a:t>
            </a:r>
            <a:endParaRPr lang="zh-CN" altLang="en-US">
              <a:sym typeface="+mn-ea"/>
            </a:endParaRPr>
          </a:p>
        </p:txBody>
      </p:sp>
      <p:pic>
        <p:nvPicPr>
          <p:cNvPr id="3" name="图片 -21474788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58" y="1155065"/>
            <a:ext cx="6642735" cy="12522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5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905125"/>
            <a:ext cx="5564505" cy="2393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409575" y="5299075"/>
            <a:ext cx="8313420" cy="1165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选择Password-Based选项，也就是使用客户端用户名、Client ID 与密码进行认证，然后点击下一步。</a:t>
            </a:r>
            <a:endParaRPr lang="zh-CN" altLang="en-US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9575" y="4833620"/>
            <a:ext cx="8313420" cy="1165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选择内置数据库，然后点击下一步。</a:t>
            </a:r>
            <a:endParaRPr lang="zh-CN" altLang="en-US">
              <a:sym typeface="+mn-ea"/>
            </a:endParaRPr>
          </a:p>
        </p:txBody>
      </p:sp>
      <p:pic>
        <p:nvPicPr>
          <p:cNvPr id="3" name="图片 35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08" y="1221423"/>
            <a:ext cx="6637655" cy="342836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9575" y="4276725"/>
            <a:ext cx="8313420" cy="2277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>
                <a:sym typeface="+mn-ea"/>
              </a:rPr>
              <a:t>按图中配置后，点击创建按钮。</a:t>
            </a:r>
            <a:endParaRPr>
              <a:sym typeface="+mn-ea"/>
            </a:endParaRPr>
          </a:p>
        </p:txBody>
      </p:sp>
      <p:pic>
        <p:nvPicPr>
          <p:cNvPr id="3" name="图片 35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55" y="1283970"/>
            <a:ext cx="6182360" cy="259397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9575" y="2978150"/>
            <a:ext cx="9592945" cy="3071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>
                <a:sym typeface="+mn-ea"/>
              </a:rPr>
              <a:t>点击上图中</a:t>
            </a:r>
            <a:r>
              <a:rPr lang="zh-CN">
                <a:sym typeface="+mn-ea"/>
              </a:rPr>
              <a:t>用户管理</a:t>
            </a:r>
            <a:r>
              <a:rPr>
                <a:sym typeface="+mn-ea"/>
              </a:rPr>
              <a:t>，添加用户。</a:t>
            </a:r>
            <a:r>
              <a:rPr lang="zh-CN">
                <a:sym typeface="+mn-ea"/>
              </a:rPr>
              <a:t>我们建立两个用户。</a:t>
            </a:r>
            <a:endParaRPr lang="zh-CN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>
                <a:sym typeface="+mn-ea"/>
              </a:rPr>
              <a:t>用户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ClientID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USER001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用户名（</a:t>
            </a:r>
            <a:r>
              <a:rPr lang="en-US" altLang="zh-CN">
                <a:sym typeface="+mn-ea"/>
              </a:rPr>
              <a:t>USER001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密码（</a:t>
            </a:r>
            <a:r>
              <a:rPr lang="en-US" altLang="zh-CN">
                <a:sym typeface="+mn-ea"/>
              </a:rPr>
              <a:t>USER001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Topic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USER001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用户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用网络调试助手登陆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>
                <a:sym typeface="+mn-ea"/>
              </a:rPr>
              <a:t>用户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ClientID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USER002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用户名（</a:t>
            </a:r>
            <a:r>
              <a:rPr lang="en-US" altLang="zh-CN">
                <a:sym typeface="+mn-ea"/>
              </a:rPr>
              <a:t>USER002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密码（</a:t>
            </a:r>
            <a:r>
              <a:rPr lang="en-US" altLang="zh-CN">
                <a:sym typeface="+mn-ea"/>
              </a:rPr>
              <a:t>USER002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Topic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USER002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用户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用</a:t>
            </a:r>
            <a:r>
              <a:rPr lang="en-US" altLang="zh-CN">
                <a:sym typeface="+mn-ea"/>
              </a:rPr>
              <a:t>MQTTX</a:t>
            </a:r>
            <a:r>
              <a:rPr lang="zh-CN" altLang="en-US">
                <a:sym typeface="+mn-ea"/>
              </a:rPr>
              <a:t>登陆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>
              <a:sym typeface="+mn-ea"/>
            </a:endParaRPr>
          </a:p>
        </p:txBody>
      </p:sp>
      <p:pic>
        <p:nvPicPr>
          <p:cNvPr id="3" name="图片 35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85" y="1340803"/>
            <a:ext cx="6635750" cy="131254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9575" y="3656330"/>
            <a:ext cx="9592945" cy="2393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点击上图中的+号，</a:t>
            </a:r>
            <a:r>
              <a:rPr lang="zh-CN" altLang="en-US">
                <a:sym typeface="+mn-ea"/>
              </a:rPr>
              <a:t>开始添加用户。</a:t>
            </a:r>
            <a:endParaRPr lang="zh-CN" altLang="en-US">
              <a:sym typeface="+mn-ea"/>
            </a:endParaRPr>
          </a:p>
        </p:txBody>
      </p:sp>
      <p:pic>
        <p:nvPicPr>
          <p:cNvPr id="3" name="图片 35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1303020"/>
            <a:ext cx="6637020" cy="206121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9575" y="5492115"/>
            <a:ext cx="9592945" cy="713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先添加</a:t>
            </a:r>
            <a:r>
              <a:rPr lang="en-US" altLang="zh-CN">
                <a:sym typeface="+mn-ea"/>
              </a:rPr>
              <a:t>USER001</a:t>
            </a:r>
            <a:r>
              <a:rPr lang="zh-CN" altLang="en-US">
                <a:sym typeface="+mn-ea"/>
              </a:rPr>
              <a:t>用户。</a:t>
            </a:r>
            <a:endParaRPr lang="zh-CN" altLang="en-US">
              <a:sym typeface="+mn-ea"/>
            </a:endParaRPr>
          </a:p>
        </p:txBody>
      </p:sp>
      <p:pic>
        <p:nvPicPr>
          <p:cNvPr id="3" name="图片 35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68" y="1366838"/>
            <a:ext cx="4391025" cy="412432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p>
            <a:pPr>
              <a:lnSpc>
                <a:spcPct val="114000"/>
              </a:lnSpc>
            </a:pP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实验环境搭建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9575" y="5492115"/>
            <a:ext cx="9592945" cy="713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再添加</a:t>
            </a:r>
            <a:r>
              <a:rPr lang="en-US" altLang="zh-CN">
                <a:sym typeface="+mn-ea"/>
              </a:rPr>
              <a:t>USER002</a:t>
            </a:r>
            <a:r>
              <a:rPr lang="zh-CN" altLang="en-US">
                <a:sym typeface="+mn-ea"/>
              </a:rPr>
              <a:t>用户。</a:t>
            </a:r>
            <a:endParaRPr lang="zh-CN" altLang="en-US">
              <a:sym typeface="+mn-ea"/>
            </a:endParaRPr>
          </a:p>
        </p:txBody>
      </p:sp>
      <p:pic>
        <p:nvPicPr>
          <p:cNvPr id="3" name="图片 -21474790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05" y="1405573"/>
            <a:ext cx="4400550" cy="408622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8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总览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" y="1163320"/>
            <a:ext cx="10467340" cy="55048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771" y="207478"/>
            <a:ext cx="5829300" cy="101397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6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剩余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长度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7995" y="1421765"/>
            <a:ext cx="9592945" cy="1071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剩余长度</a:t>
            </a:r>
            <a:r>
              <a:rPr lang="en-US" altLang="zh-CN">
                <a:sym typeface="+mn-ea"/>
              </a:rPr>
              <a:t> = </a:t>
            </a:r>
            <a:r>
              <a:rPr lang="zh-CN" altLang="en-US">
                <a:sym typeface="+mn-ea"/>
              </a:rPr>
              <a:t>可变报头长度</a:t>
            </a:r>
            <a:r>
              <a:rPr lang="en-US" altLang="zh-CN">
                <a:sym typeface="+mn-ea"/>
              </a:rPr>
              <a:t> + </a:t>
            </a:r>
            <a:r>
              <a:rPr lang="zh-CN" altLang="en-US">
                <a:sym typeface="+mn-ea"/>
              </a:rPr>
              <a:t>负载</a:t>
            </a:r>
            <a:r>
              <a:rPr lang="zh-CN" altLang="en-US">
                <a:sym typeface="+mn-ea"/>
              </a:rPr>
              <a:t>长度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可变长编码（</a:t>
            </a:r>
            <a:r>
              <a:rPr lang="en-US" altLang="zh-CN">
                <a:sym typeface="+mn-ea"/>
              </a:rPr>
              <a:t>1~4</a:t>
            </a:r>
            <a:r>
              <a:rPr lang="zh-CN" altLang="en-US">
                <a:sym typeface="+mn-ea"/>
              </a:rPr>
              <a:t>个字节）（</a:t>
            </a:r>
            <a:r>
              <a:rPr lang="en-US" altLang="zh-CN">
                <a:sym typeface="+mn-ea"/>
              </a:rPr>
              <a:t>128</a:t>
            </a:r>
            <a:r>
              <a:rPr lang="zh-CN" altLang="en-US">
                <a:sym typeface="+mn-ea"/>
              </a:rPr>
              <a:t>进制）</a:t>
            </a:r>
            <a:endParaRPr lang="zh-CN" altLang="en-US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2381250"/>
            <a:ext cx="8115300" cy="20955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8114665" cy="101409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5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剩余长度编码规则分析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及举例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8114665" cy="101409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5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剩余长度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解码规则分析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及举例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9630" y="14408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8763635" cy="117792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5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</a:t>
            </a:r>
            <a:endParaRPr lang="en-US" altLang="zh-CN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CONNECT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、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CONNACK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与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DISCONNECT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报文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8940" y="1384935"/>
            <a:ext cx="7719060" cy="533717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CONNECT: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10 25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00 04 4D 51 54 54 04 C2 00 64 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00 07 55 53 45 52 30 30 31 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 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 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DISCONNECT: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E0 00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8763635" cy="117792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5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</a:t>
            </a:r>
            <a:endParaRPr lang="en-US" altLang="zh-CN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PING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与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PINGRESP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报文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8940" y="1384935"/>
            <a:ext cx="7719060" cy="533717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PING: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C0 00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8763635" cy="117792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8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服务质量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等级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pic>
        <p:nvPicPr>
          <p:cNvPr id="4" name="图片 3" descr="MQTT服务等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75" y="1600200"/>
            <a:ext cx="6905625" cy="28003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62000" y="4463415"/>
            <a:ext cx="6177915" cy="1879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0</a:t>
            </a:r>
            <a:r>
              <a:rPr lang="zh-CN" altLang="en-US"/>
              <a:t>：不需要</a:t>
            </a:r>
            <a:r>
              <a:rPr lang="zh-CN" altLang="en-US"/>
              <a:t>签收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：需要一次</a:t>
            </a:r>
            <a:r>
              <a:rPr lang="zh-CN" altLang="en-US"/>
              <a:t>签收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zh-CN" altLang="en-US">
                <a:sym typeface="+mn-ea"/>
              </a:rPr>
              <a:t>需要一次签收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且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需要一次回访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8763635" cy="117792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8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服务质量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等级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95" y="1551940"/>
            <a:ext cx="9732645" cy="49079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9179560" cy="7816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4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</a:t>
            </a:r>
            <a:endParaRPr lang="en-US" altLang="zh-CN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SUBSCRIBE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、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SUBACK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  <a:sym typeface="+mn-ea"/>
              </a:rPr>
              <a:t>、UNSUBSCRIBE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与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UNSUBACK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报文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2260" y="1132840"/>
            <a:ext cx="7719060" cy="550227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SUBSCRIBE: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82 0C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00 0A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00 07 55 53 45 52 30 30 32 02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UNSUBSCRIBE: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A2 0B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12 34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00 07 55 53 45 52 30 30 32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9179560" cy="7816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6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 PUBLISH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报文的分类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8940" y="1219835"/>
            <a:ext cx="8853170" cy="550227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等级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0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的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PUBLISH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：发送方用到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3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号报文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没有接收方的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事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等级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1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的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PUBLISH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：发送方用到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号报文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/ 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接收方用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4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号报文表示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签收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等级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的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PUBLISH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：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发送方先用到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号报文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/ 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接收方用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5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号报文表示签收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                               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发送方再用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号报文开启回访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/ 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接收方用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7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号报文表示回访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确认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9179560" cy="7816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6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等级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0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的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PUBLISH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9575" y="1219835"/>
            <a:ext cx="8853170" cy="550227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30 0C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31 32 33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9179560" cy="7816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6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 PUBLISH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报文保留功能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9575" y="1219835"/>
            <a:ext cx="8853170" cy="550227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第一个字节是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0x30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：等级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的不带保留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功能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第一个字节是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0x31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：等级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的带保留功能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保留本条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PUBLISH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报文，为新粉丝保留，只保留最近的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1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条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31 0C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31 32 33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9179560" cy="7816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6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等级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1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的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PUBLISH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9575" y="1219835"/>
            <a:ext cx="8853170" cy="550227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第一次发送，不带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保留：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32 0E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00 07 55 53 45 52 30 30 31 12 34 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31 32 33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接收方第一次没有签收，发送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方后续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重发，不带保留：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3A 0E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00 07 55 53 45 52 30 30 31 12 34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31 32 33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PUBACK: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40 02 00 01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9179560" cy="7816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6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等级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2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的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PUBLISH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58875"/>
            <a:ext cx="10201275" cy="48806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9179560" cy="7816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6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等级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2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的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PUBLISH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1025" y="1097915"/>
            <a:ext cx="8288655" cy="5309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第一次发送，不带保留：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34 0E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00 07 55 53 45 52 30 30 31 11 22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31 32 33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接收方第一次没有签收，发送方后续重发，不带保留：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(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如果是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7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号没有回访确认，不重发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号，而是重发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6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号报文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)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3C 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0E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00 07 55 53 45 52 30 30 31 11 22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31 32 33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(6)PUBREL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:  62 02 11 22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/>
              <a:t>(5)PUBREC: 50 02  00 01</a:t>
            </a:r>
            <a:endParaRPr lang="en-US" altLang="zh-CN"/>
          </a:p>
          <a:p>
            <a:pPr algn="l"/>
            <a:endParaRPr lang="en-US" altLang="zh-CN"/>
          </a:p>
          <a:p>
            <a:pPr algn="l"/>
            <a:r>
              <a:rPr lang="en-US" altLang="zh-CN"/>
              <a:t>(7)PUBCOMP :  70 02 </a:t>
            </a:r>
            <a:r>
              <a:rPr lang="en-US" altLang="zh-CN">
                <a:sym typeface="+mn-ea"/>
              </a:rPr>
              <a:t>00 01</a:t>
            </a:r>
            <a:endParaRPr lang="en-US" altLang="zh-CN"/>
          </a:p>
          <a:p>
            <a:pPr algn="l"/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9179560" cy="7816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7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会话清理与保留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835" y="3296285"/>
            <a:ext cx="8288655" cy="3498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：清理会话：每次</a:t>
            </a:r>
            <a:r>
              <a:rPr lang="en-US" altLang="zh-CN">
                <a:sym typeface="+mn-ea"/>
              </a:rPr>
              <a:t>CONNECT</a:t>
            </a:r>
            <a:r>
              <a:rPr lang="zh-CN" altLang="en-US">
                <a:sym typeface="+mn-ea"/>
              </a:rPr>
              <a:t>报文，都是崭新的人生，记忆丢失。每次登陆后需要重新订阅需要的</a:t>
            </a:r>
            <a:r>
              <a:rPr lang="en-US" altLang="zh-CN">
                <a:sym typeface="+mn-ea"/>
              </a:rPr>
              <a:t>TOPIC</a:t>
            </a:r>
            <a:r>
              <a:rPr lang="zh-CN" altLang="en-US">
                <a:sym typeface="+mn-ea"/>
              </a:rPr>
              <a:t>。收不到离线</a:t>
            </a:r>
            <a:r>
              <a:rPr lang="zh-CN" altLang="en-US">
                <a:sym typeface="+mn-ea"/>
              </a:rPr>
              <a:t>消息。</a:t>
            </a:r>
            <a:endParaRPr lang="zh-CN" altLang="en-US"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10 25 00 04 4D 51 54 54 04 C2 00 64 00 07 55 53 45 52 30 30 31 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00 07 55 53 45 52 30 30 31 00 07 55 53 45 52 30 30 31</a:t>
            </a:r>
            <a:endParaRPr lang="zh-CN" altLang="en-US">
              <a:sym typeface="+mn-ea"/>
            </a:endParaRPr>
          </a:p>
          <a:p>
            <a:pPr algn="l"/>
            <a:endParaRPr lang="zh-CN" altLang="en-US">
              <a:sym typeface="+mn-ea"/>
            </a:endParaRPr>
          </a:p>
          <a:p>
            <a:pPr algn="l"/>
            <a:endParaRPr lang="zh-CN" altLang="en-US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0</a:t>
            </a:r>
            <a:r>
              <a:rPr lang="zh-CN" altLang="en-US">
                <a:sym typeface="+mn-ea"/>
              </a:rPr>
              <a:t>：保留会话：</a:t>
            </a:r>
            <a:r>
              <a:rPr lang="zh-CN" altLang="en-US">
                <a:sym typeface="+mn-ea"/>
              </a:rPr>
              <a:t>每次</a:t>
            </a:r>
            <a:r>
              <a:rPr lang="en-US" altLang="zh-CN">
                <a:sym typeface="+mn-ea"/>
              </a:rPr>
              <a:t>CONNECT</a:t>
            </a:r>
            <a:r>
              <a:rPr lang="zh-CN" altLang="en-US">
                <a:sym typeface="+mn-ea"/>
              </a:rPr>
              <a:t>报文，有记忆的，不用重新订阅</a:t>
            </a:r>
            <a:r>
              <a:rPr lang="en-US" altLang="zh-CN">
                <a:sym typeface="+mn-ea"/>
              </a:rPr>
              <a:t>TOPIC</a:t>
            </a:r>
            <a:r>
              <a:rPr lang="zh-CN" altLang="en-US">
                <a:sym typeface="+mn-ea"/>
              </a:rPr>
              <a:t>。离线期间的消息（</a:t>
            </a:r>
            <a:r>
              <a:rPr lang="en-US" altLang="zh-CN">
                <a:sym typeface="+mn-ea"/>
              </a:rPr>
              <a:t>PUBLISH</a:t>
            </a:r>
            <a:r>
              <a:rPr lang="zh-CN" altLang="en-US">
                <a:sym typeface="+mn-ea"/>
              </a:rPr>
              <a:t>）我们可以</a:t>
            </a:r>
            <a:r>
              <a:rPr lang="zh-CN" altLang="en-US">
                <a:sym typeface="+mn-ea"/>
              </a:rPr>
              <a:t>收到。</a:t>
            </a:r>
            <a:endParaRPr lang="zh-CN" altLang="en-US"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10 25 00 04 4D 51 54 54 04 C0 00 64 00 07 55 53 45 52 30 30 31 00 07 55 53 45 52 30 30 31 00 07 55 53 45 52 30 30 31</a:t>
            </a:r>
            <a:endParaRPr lang="zh-CN" altLang="en-US">
              <a:sym typeface="+mn-ea"/>
            </a:endParaRPr>
          </a:p>
          <a:p>
            <a:pPr algn="l"/>
            <a:endParaRPr lang="zh-CN" altLang="en-US"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10" y="989330"/>
            <a:ext cx="9248775" cy="19716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9179560" cy="7816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7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会话清理与保留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835" y="3742690"/>
            <a:ext cx="8288655" cy="1694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>
                <a:sym typeface="+mn-ea"/>
              </a:rPr>
              <a:t>必须是连续的</a:t>
            </a:r>
            <a:r>
              <a:rPr lang="en-US" altLang="zh-CN">
                <a:sym typeface="+mn-ea"/>
              </a:rPr>
              <a:t>C0</a:t>
            </a:r>
            <a:r>
              <a:rPr lang="zh-CN" altLang="en-US">
                <a:sym typeface="+mn-ea"/>
              </a:rPr>
              <a:t>，连续的保留之间才有</a:t>
            </a:r>
            <a:r>
              <a:rPr lang="zh-CN" altLang="en-US">
                <a:sym typeface="+mn-ea"/>
              </a:rPr>
              <a:t>记忆。</a:t>
            </a:r>
            <a:endParaRPr lang="zh-CN" altLang="en-US">
              <a:sym typeface="+mn-ea"/>
            </a:endParaRPr>
          </a:p>
          <a:p>
            <a:pPr algn="l"/>
            <a:endParaRPr lang="zh-CN" altLang="en-US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CONNECT</a:t>
            </a:r>
            <a:r>
              <a:rPr lang="zh-CN" altLang="en-US">
                <a:sym typeface="+mn-ea"/>
              </a:rPr>
              <a:t>使用清理会话</a:t>
            </a:r>
            <a:r>
              <a:rPr lang="en-US" altLang="zh-CN">
                <a:sym typeface="+mn-ea"/>
              </a:rPr>
              <a:t>--&gt; SP</a:t>
            </a:r>
            <a:r>
              <a:rPr lang="zh-CN" altLang="en-US">
                <a:sym typeface="+mn-ea"/>
              </a:rPr>
              <a:t>就是</a:t>
            </a:r>
            <a:r>
              <a:rPr lang="en-US" altLang="zh-CN">
                <a:sym typeface="+mn-ea"/>
              </a:rPr>
              <a:t>0</a:t>
            </a:r>
            <a:endParaRPr lang="en-US" altLang="zh-CN">
              <a:sym typeface="+mn-ea"/>
            </a:endParaRPr>
          </a:p>
          <a:p>
            <a:pPr algn="l"/>
            <a:endParaRPr lang="en-US" altLang="zh-CN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CONNECT</a:t>
            </a:r>
            <a:r>
              <a:rPr lang="zh-CN" altLang="en-US">
                <a:sym typeface="+mn-ea"/>
              </a:rPr>
              <a:t>使用保留会话</a:t>
            </a:r>
            <a:r>
              <a:rPr lang="en-US" altLang="zh-CN">
                <a:sym typeface="+mn-ea"/>
              </a:rPr>
              <a:t>--&gt; SP</a:t>
            </a:r>
            <a:r>
              <a:rPr lang="zh-CN" altLang="en-US">
                <a:sym typeface="+mn-ea"/>
              </a:rPr>
              <a:t>就是</a:t>
            </a:r>
            <a:r>
              <a:rPr lang="en-US" altLang="zh-CN">
                <a:sym typeface="+mn-ea"/>
              </a:rPr>
              <a:t>1  </a:t>
            </a:r>
            <a:r>
              <a:rPr lang="zh-CN" altLang="en-US">
                <a:sym typeface="+mn-ea"/>
              </a:rPr>
              <a:t>？？？？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不是</a:t>
            </a:r>
            <a:endParaRPr lang="zh-CN" altLang="en-US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" y="1054100"/>
            <a:ext cx="9458325" cy="27717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5" y="5267325"/>
            <a:ext cx="7839075" cy="15906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9179560" cy="7816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5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会话清理和保留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同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ClientID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的关系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4780" y="1212850"/>
            <a:ext cx="8288655" cy="4088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>
                <a:sym typeface="+mn-ea"/>
              </a:rPr>
              <a:t>有记忆的，但是，必须保证相同的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  <a:sym typeface="+mn-ea"/>
              </a:rPr>
              <a:t>ClientID</a:t>
            </a:r>
            <a:endParaRPr lang="zh-CN" altLang="en-US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" y="1776095"/>
            <a:ext cx="9001125" cy="29622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2"/>
          <p:cNvSpPr txBox="1"/>
          <p:nvPr>
            <p:custDataLst>
              <p:tags r:id="rId1"/>
            </p:custDataLst>
          </p:nvPr>
        </p:nvSpPr>
        <p:spPr>
          <a:xfrm>
            <a:off x="409575" y="207645"/>
            <a:ext cx="9179560" cy="78168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 fontScale="80000"/>
          </a:bodyPr>
          <a:p>
            <a:pPr>
              <a:lnSpc>
                <a:spcPct val="114000"/>
              </a:lnSpc>
            </a:pP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MQTT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协议报文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—— </a:t>
            </a:r>
            <a:r>
              <a:rPr lang="zh-CN" altLang="en-US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遗嘱功能</a:t>
            </a:r>
            <a:r>
              <a:rPr lang="en-US" altLang="zh-CN" sz="56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ea typeface="汉仪大黑简" panose="02010600000101010101" charset="-122"/>
                <a:cs typeface="汉仪大黑简" panose="02010600000101010101" charset="-122"/>
              </a:rPr>
              <a:t> </a:t>
            </a:r>
            <a:endParaRPr lang="zh-CN" altLang="en-US" sz="5600" b="1" dirty="0">
              <a:solidFill>
                <a:schemeClr val="accent1">
                  <a:lumMod val="75000"/>
                </a:schemeClr>
              </a:solidFill>
              <a:latin typeface="Arial Black" panose="020B0A04020102020204" charset="0"/>
              <a:ea typeface="汉仪大黑简" panose="02010600000101010101" charset="-122"/>
              <a:cs typeface="汉仪大黑简" panose="0201060000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4780" y="1212850"/>
            <a:ext cx="8288655" cy="5329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>
                <a:sym typeface="+mn-ea"/>
              </a:rPr>
              <a:t>报警功能，非正常断线（不发</a:t>
            </a:r>
            <a:r>
              <a:rPr lang="en-US" altLang="zh-CN">
                <a:sym typeface="+mn-ea"/>
              </a:rPr>
              <a:t>14</a:t>
            </a:r>
            <a:r>
              <a:rPr lang="zh-CN" altLang="en-US">
                <a:sym typeface="+mn-ea"/>
              </a:rPr>
              <a:t>号报文，直接断开</a:t>
            </a:r>
            <a:r>
              <a:rPr lang="en-US" altLang="zh-CN">
                <a:sym typeface="+mn-ea"/>
              </a:rPr>
              <a:t>TCP / </a:t>
            </a:r>
            <a:r>
              <a:rPr lang="zh-CN" altLang="en-US">
                <a:sym typeface="+mn-ea"/>
              </a:rPr>
              <a:t>被踢下线）时，服务器会向，订阅了遗嘱</a:t>
            </a:r>
            <a:r>
              <a:rPr lang="en-US" altLang="zh-CN">
                <a:sym typeface="+mn-ea"/>
              </a:rPr>
              <a:t>TOPIC</a:t>
            </a:r>
            <a:r>
              <a:rPr lang="zh-CN" altLang="en-US">
                <a:sym typeface="+mn-ea"/>
              </a:rPr>
              <a:t>的客户端推送遗嘱</a:t>
            </a:r>
            <a:r>
              <a:rPr lang="en-US" altLang="zh-CN">
                <a:sym typeface="+mn-ea"/>
              </a:rPr>
              <a:t>PUBLISH</a:t>
            </a:r>
            <a:r>
              <a:rPr lang="zh-CN" altLang="en-US">
                <a:sym typeface="+mn-ea"/>
              </a:rPr>
              <a:t>报文。</a:t>
            </a:r>
            <a:endParaRPr lang="zh-CN" altLang="en-US">
              <a:sym typeface="+mn-ea"/>
            </a:endParaRPr>
          </a:p>
          <a:p>
            <a:pPr algn="l"/>
            <a:endParaRPr lang="zh-CN" altLang="en-US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WILL001</a:t>
            </a:r>
            <a:r>
              <a:rPr lang="zh-CN" altLang="en-US">
                <a:sym typeface="+mn-ea"/>
              </a:rPr>
              <a:t>（</a:t>
            </a:r>
            <a:r>
              <a:rPr lang="zh-CN" altLang="en-US">
                <a:sym typeface="+mn-ea"/>
              </a:rPr>
              <a:t>遗嘱</a:t>
            </a:r>
            <a:r>
              <a:rPr lang="en-US" altLang="zh-CN">
                <a:sym typeface="+mn-ea"/>
              </a:rPr>
              <a:t>TOPIC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WILL001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PUBLISH</a:t>
            </a:r>
            <a:r>
              <a:rPr lang="zh-CN" altLang="en-US">
                <a:sym typeface="+mn-ea"/>
              </a:rPr>
              <a:t>报文数据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pPr algn="l"/>
            <a:endParaRPr lang="zh-CN" altLang="en-US"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10 37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04 4D 51 54 54 04 C6 00 64 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57 49 4C 4C 30 30 31 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57 49 4C 4C 30 30 31 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 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00 07 55 53 45 52 30 30 31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algn="l"/>
            <a:endParaRPr lang="zh-CN" altLang="en-US">
              <a:sym typeface="+mn-ea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82 0C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0A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00 07 57 49 4C 4C 30 30 32 02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9*i*1"/>
  <p:tag name="KSO_WM_BEAUTIFY_FLAG" val="#wm#"/>
  <p:tag name="KSO_WM_TAG_VERSION" val="1.0"/>
  <p:tag name="KSO_WM_CHIP_GROUPID" val="62f0da80295c1bf6da6e6eb0"/>
  <p:tag name="KSO_WM_CHIP_XID" val="62f0dac8295c1bf6da6e7034"/>
  <p:tag name="KSO_WM_UNIT_DEC_AREA_ID" val="91aadebe7bec4895b49b20083e7e4a4a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1d5debace27c433bab5dd2fe12961f8c"/>
</p:tagLst>
</file>

<file path=ppt/tags/tag2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21*i*1"/>
  <p:tag name="KSO_WM_BEAUTIFY_FLAG" val="#wm#"/>
  <p:tag name="KSO_WM_TAG_VERSION" val="1.0"/>
  <p:tag name="KSO_WM_CHIP_GROUPID" val="62f0da80295c1bf6da6e6eb0"/>
  <p:tag name="KSO_WM_CHIP_XID" val="62f0dac8295c1bf6da6e7031"/>
  <p:tag name="KSO_WM_UNIT_DEC_AREA_ID" val="db283e67fb0b46efb37210bb6e3e4245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c79ed72f46cd4457baf9030cd25f2e8f"/>
</p:tagLst>
</file>

<file path=ppt/tags/tag3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22*i*1"/>
  <p:tag name="KSO_WM_BEAUTIFY_FLAG" val="#wm#"/>
  <p:tag name="KSO_WM_TAG_VERSION" val="1.0"/>
  <p:tag name="KSO_WM_CHIP_GROUPID" val="62f0da80295c1bf6da6e6eb0"/>
  <p:tag name="KSO_WM_CHIP_XID" val="62f0dac8295c1bf6da6e7032"/>
  <p:tag name="KSO_WM_UNIT_DEC_AREA_ID" val="6970141a8a0545cda5d4c538ad8e2cab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7b42fef33ef4ef898d088c1b2499c41"/>
</p:tagLst>
</file>

<file path=ppt/tags/tag4.xml><?xml version="1.0" encoding="utf-8"?>
<p:tagLst xmlns:p="http://schemas.openxmlformats.org/presentationml/2006/main">
  <p:tag name="KSO_WM_UNIT_SUBTYPE" val="u"/>
  <p:tag name="KSO_WM_TEMPLATE_CATEGORY" val="chip"/>
  <p:tag name="KSO_WM_TEMPLATE_INDEX" val="20225598"/>
  <p:tag name="KSO_WM_UNIT_TYPE" val="i"/>
  <p:tag name="KSO_WM_UNIT_INDEX" val="1"/>
  <p:tag name="KSO_WM_UNIT_ID" val="chip20225598_20*i*1"/>
  <p:tag name="KSO_WM_BEAUTIFY_FLAG" val="#wm#"/>
  <p:tag name="KSO_WM_TAG_VERSION" val="1.0"/>
  <p:tag name="KSO_WM_CHIP_GROUPID" val="62f0da80295c1bf6da6e6eb0"/>
  <p:tag name="KSO_WM_CHIP_XID" val="62f0dac8295c1bf6da6e7033"/>
  <p:tag name="KSO_WM_UNIT_DEC_AREA_ID" val="e71d8b667362491ca2b8aef24956ef9b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b1edbdd981d40d2a83f0d69ff3e8908"/>
</p:tagLst>
</file>

<file path=ppt/tags/tag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.xml><?xml version="1.0" encoding="utf-8"?>
<p:tagLst xmlns:p="http://schemas.openxmlformats.org/presentationml/2006/main">
  <p:tag name="KSO_WM_UNIT_DEFAULT_FONT" val="56;60;2"/>
  <p:tag name="KSO_WM_UNIT_BLOCK" val="0"/>
  <p:tag name="KSO_WM_UNIT_DEC_AREA_ID" val="be5c44a33e6a484b8f582c77591b4580"/>
  <p:tag name="KSO_WM_UNIT_ISCONTENTSTITLE" val="0"/>
  <p:tag name="KSO_WM_UNIT_ISNUMDGMTITLE" val="0"/>
  <p:tag name="KSO_WM_UNIT_PRESET_TEXT" val="简约工作总结汇报通用模版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5598_1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CHIP_FILLAREA_FILL_RULE" val="{&quot;fill_align&quot;:&quot;lm&quot;,&quot;fill_mode&quot;:&quot;adaptive&quot;,&quot;sacle_strategy&quot;:&quot;smart&quot;}"/>
  <p:tag name="KSO_WM_ASSEMBLE_CHIP_INDEX" val="e147a8e5816c4d9a9f78c129a38afb39"/>
  <p:tag name="KSO_WM_UNIT_TEXT_FILL_FORE_SCHEMECOLOR_INDEX_BRIGHTNESS" val="0"/>
  <p:tag name="KSO_WM_UNIT_TEXT_FILL_FORE_SCHEMECOLOR_INDEX" val="5"/>
  <p:tag name="KSO_WM_UNIT_TEXT_FILL_TYPE" val="1"/>
  <p:tag name="KSO_WM_TEMPLATE_ASSEMBLE_XID" val="62f1c685295c1bf6da6eefd2"/>
  <p:tag name="KSO_WM_TEMPLATE_ASSEMBLE_GROUPID" val="62f0da80295c1bf6da6e6eb0"/>
</p:tagLst>
</file>

<file path=ppt/tags/tag9.xml><?xml version="1.0" encoding="utf-8"?>
<p:tagLst xmlns:p="http://schemas.openxmlformats.org/presentationml/2006/main">
  <p:tag name="KSO_WM_UNIT_DEFAULT_FONT" val="24;30;2"/>
  <p:tag name="KSO_WM_UNIT_BLOCK" val="0"/>
  <p:tag name="KSO_WM_UNIT_DEC_AREA_ID" val="3d82aad61ed04d89b19e64bdfa962b25"/>
  <p:tag name="KSO_WM_UNIT_ISCONTENTSTITLE" val="0"/>
  <p:tag name="KSO_WM_UNIT_ISNUMDGMTITLE" val="0"/>
  <p:tag name="KSO_WM_UNIT_PRESET_TEXT" val="单击此处添加副标题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5598_1*b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CHIP_FILLAREA_FILL_RULE" val="{&quot;fill_align&quot;:&quot;lm&quot;,&quot;fill_mode&quot;:&quot;adaptive&quot;,&quot;sacle_strategy&quot;:&quot;smart&quot;}"/>
  <p:tag name="KSO_WM_ASSEMBLE_CHIP_INDEX" val="e147a8e5816c4d9a9f78c129a38afb39"/>
  <p:tag name="KSO_WM_UNIT_TEXT_FILL_FORE_SCHEMECOLOR_INDEX_BRIGHTNESS" val="0"/>
  <p:tag name="KSO_WM_UNIT_TEXT_FILL_FORE_SCHEMECOLOR_INDEX" val="5"/>
  <p:tag name="KSO_WM_UNIT_TEXT_FILL_TYPE" val="1"/>
  <p:tag name="KSO_WM_TEMPLATE_ASSEMBLE_XID" val="62f1c685295c1bf6da6eefd2"/>
  <p:tag name="KSO_WM_TEMPLATE_ASSEMBLE_GROUPID" val="62f0da80295c1bf6da6e6eb0"/>
</p:tagLst>
</file>

<file path=ppt/tags/tag10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e332a22c5b3948f6b5a7b68e29e5a83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c7b62d59a9f4a6784c77fa6cf3a48c0"/>
</p:tagLst>
</file>

<file path=ppt/tags/tag11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6*i*1"/>
  <p:tag name="KSO_WM_BEAUTIFY_FLAG" val="#wm#"/>
  <p:tag name="KSO_WM_TAG_VERSION" val="1.0"/>
  <p:tag name="KSO_WM_CHIP_GROUPID" val="62f0da80295c1bf6da6e6eb0"/>
  <p:tag name="KSO_WM_CHIP_XID" val="62f0dac8295c1bf6da6e702e"/>
  <p:tag name="KSO_WM_UNIT_DEC_AREA_ID" val="e4895e5788c44269a30a9a15522df262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a32af3137dd346b3a9fadec344bbb542"/>
</p:tagLst>
</file>

<file path=ppt/tags/tag12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60c9e7646f1348e991c2095a082af99a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473483196e14c74b97305d34c87a5c7"/>
</p:tagLst>
</file>

<file path=ppt/tags/tag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2*i*1"/>
  <p:tag name="KSO_WM_BEAUTIFY_FLAG" val="#wm#"/>
  <p:tag name="KSO_WM_TAG_VERSION" val="1.0"/>
  <p:tag name="KSO_WM_CHIP_GROUPID" val="62f0da80295c1bf6da6e6eb0"/>
  <p:tag name="KSO_WM_CHIP_XID" val="62f0dac8295c1bf6da6e702d"/>
  <p:tag name="KSO_WM_UNIT_DEC_AREA_ID" val="96603aebb62a442bb192aaab61fa163e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23f778ca64841e6b6f6ce8f66fa587a"/>
</p:tagLst>
</file>

<file path=ppt/tags/tag19.xml><?xml version="1.0" encoding="utf-8"?>
<p:tagLst xmlns:p="http://schemas.openxmlformats.org/presentationml/2006/main">
  <p:tag name="KSO_WM_UNIT_SUBTYPE" val="u"/>
  <p:tag name="KSO_WM_TEMPLATE_CATEGORY" val="chip"/>
  <p:tag name="KSO_WM_TEMPLATE_INDEX" val="20225598"/>
  <p:tag name="KSO_WM_UNIT_TYPE" val="i"/>
  <p:tag name="KSO_WM_UNIT_INDEX" val="1"/>
  <p:tag name="KSO_WM_UNIT_ID" val="chip20225598_4*i*1"/>
  <p:tag name="KSO_WM_BEAUTIFY_FLAG" val="#wm#"/>
  <p:tag name="KSO_WM_TAG_VERSION" val="1.0"/>
  <p:tag name="KSO_WM_CHIP_GROUPID" val="62f0da80295c1bf6da6e6eb0"/>
  <p:tag name="KSO_WM_CHIP_XID" val="62f0dac8295c1bf6da6e702c"/>
  <p:tag name="KSO_WM_UNIT_DEC_AREA_ID" val="207d91db57b9417a8c589d2c37530528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02c63cd1f3c641fc83e7878f245ad6fb"/>
</p:tagLst>
</file>

<file path=ppt/tags/tag20.xml><?xml version="1.0" encoding="utf-8"?>
<p:tagLst xmlns:p="http://schemas.openxmlformats.org/presentationml/2006/main">
  <p:tag name="KSO_WM_UNIT_SUBTYPE" val="u"/>
  <p:tag name="KSO_WM_TEMPLATE_CATEGORY" val="chip"/>
  <p:tag name="KSO_WM_TEMPLATE_INDEX" val="20225598"/>
  <p:tag name="KSO_WM_UNIT_TYPE" val="i"/>
  <p:tag name="KSO_WM_UNIT_INDEX" val="1"/>
  <p:tag name="KSO_WM_UNIT_ID" val="chip20225598_3*i*1"/>
  <p:tag name="KSO_WM_BEAUTIFY_FLAG" val="#wm#"/>
  <p:tag name="KSO_WM_TAG_VERSION" val="1.0"/>
  <p:tag name="KSO_WM_CHIP_GROUPID" val="62f0da80295c1bf6da6e6eb0"/>
  <p:tag name="KSO_WM_CHIP_XID" val="62f0dac8295c1bf6da6e702b"/>
  <p:tag name="KSO_WM_UNIT_DEC_AREA_ID" val="24309a77d6ac4eb9a9a94740b13c5e76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f58592faa9d4e0f919cbedebdce6874"/>
</p:tagLst>
</file>

<file path=ppt/tags/tag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标题"/>
  <p:tag name="KSO_WM_UNIT_NOCLEAR" val="0"/>
  <p:tag name="KSO_WM_UNIT_VALUE" val="3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5598_1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DEFAULT_FONT" val="54;60;2"/>
  <p:tag name="KSO_WM_UNIT_BLOCK" val="0"/>
  <p:tag name="KSO_WM_UNIT_DEC_AREA_ID" val="b591faba7d8744789853bd9bfc0d017b"/>
  <p:tag name="KSO_WM_CHIP_GROUPID" val="620cc5482a08b0d86e4d8850"/>
  <p:tag name="KSO_WM_CHIP_XID" val="620cc5482a08b0d86e4d884f"/>
  <p:tag name="KSO_WM_CHIP_FILLAREA_FILL_RULE" val="{&quot;fill_align&quot;:&quot;ct&quot;,&quot;fill_mode&quot;:&quot;adaptive&quot;,&quot;sacle_strategy&quot;:&quot;smart&quot;}"/>
  <p:tag name="KSO_WM_ASSEMBLE_CHIP_INDEX" val="9ab7fce9f6f84253a0254cb1429bd014"/>
  <p:tag name="KSO_WM_UNIT_TEXT_FILL_FORE_SCHEMECOLOR_INDEX_BRIGHTNESS" val="0"/>
  <p:tag name="KSO_WM_UNIT_TEXT_FILL_FORE_SCHEMECOLOR_INDEX" val="5"/>
  <p:tag name="KSO_WM_UNIT_TEXT_FILL_TYPE" val="1"/>
  <p:tag name="KSO_WM_TEMPLATE_ASSEMBLE_XID" val="62f1c686295c1bf6da6ef008"/>
  <p:tag name="KSO_WM_TEMPLATE_ASSEMBLE_GROUPID" val="62f0da80295c1bf6da6e6eb0"/>
</p:tagLst>
</file>

<file path=ppt/tags/tag25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e332a22c5b3948f6b5a7b68e29e5a83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c7b62d59a9f4a6784c77fa6cf3a48c0"/>
</p:tagLst>
</file>

<file path=ppt/tags/tag26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6*i*1"/>
  <p:tag name="KSO_WM_BEAUTIFY_FLAG" val="#wm#"/>
  <p:tag name="KSO_WM_TAG_VERSION" val="1.0"/>
  <p:tag name="KSO_WM_CHIP_GROUPID" val="62f0da80295c1bf6da6e6eb0"/>
  <p:tag name="KSO_WM_CHIP_XID" val="62f0dac8295c1bf6da6e702e"/>
  <p:tag name="KSO_WM_UNIT_DEC_AREA_ID" val="e4895e5788c44269a30a9a15522df262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a32af3137dd346b3a9fadec344bbb542"/>
</p:tagLst>
</file>

<file path=ppt/tags/tag27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60c9e7646f1348e991c2095a082af99a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473483196e14c74b97305d34c87a5c7"/>
</p:tagLst>
</file>

<file path=ppt/tags/tag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4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e332a22c5b3948f6b5a7b68e29e5a83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c7b62d59a9f4a6784c77fa6cf3a48c0"/>
</p:tagLst>
</file>

<file path=ppt/tags/tag35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6*i*1"/>
  <p:tag name="KSO_WM_BEAUTIFY_FLAG" val="#wm#"/>
  <p:tag name="KSO_WM_TAG_VERSION" val="1.0"/>
  <p:tag name="KSO_WM_CHIP_GROUPID" val="62f0da80295c1bf6da6e6eb0"/>
  <p:tag name="KSO_WM_CHIP_XID" val="62f0dac8295c1bf6da6e702e"/>
  <p:tag name="KSO_WM_UNIT_DEC_AREA_ID" val="e4895e5788c44269a30a9a15522df262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a32af3137dd346b3a9fadec344bbb542"/>
</p:tagLst>
</file>

<file path=ppt/tags/tag36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60c9e7646f1348e991c2095a082af99a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473483196e14c74b97305d34c87a5c7"/>
</p:tagLst>
</file>

<file path=ppt/tags/tag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5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1*i*1"/>
  <p:tag name="KSO_WM_BEAUTIFY_FLAG" val="#wm#"/>
  <p:tag name="KSO_WM_TAG_VERSION" val="1.0"/>
  <p:tag name="KSO_WM_CHIP_GROUPID" val="62f0da80295c1bf6da6e6eb0"/>
  <p:tag name="KSO_WM_CHIP_XID" val="62f0dac8295c1bf6da6e7026"/>
  <p:tag name="KSO_WM_UNIT_DEC_AREA_ID" val="a2158bdab900433986daf2f02665358b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fcd3bd36ee48c2a20bdc5037c30589"/>
</p:tagLst>
</file>

<file path=ppt/tags/tag46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3*i*1"/>
  <p:tag name="KSO_WM_BEAUTIFY_FLAG" val="#wm#"/>
  <p:tag name="KSO_WM_TAG_VERSION" val="1.0"/>
  <p:tag name="KSO_WM_CHIP_GROUPID" val="62f0da80295c1bf6da6e6eb0"/>
  <p:tag name="KSO_WM_CHIP_XID" val="62f0dac8295c1bf6da6e7024"/>
  <p:tag name="KSO_WM_UNIT_DEC_AREA_ID" val="865ff12ea5f944e99eb5e8ebd0e93474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28b89e0878f40088130d8d1803ab754"/>
</p:tagLst>
</file>

<file path=ppt/tags/tag47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2"/>
  <p:tag name="KSO_WM_UNIT_ID" val="chip20225598_13*i*2"/>
  <p:tag name="KSO_WM_BEAUTIFY_FLAG" val="#wm#"/>
  <p:tag name="KSO_WM_TAG_VERSION" val="1.0"/>
  <p:tag name="KSO_WM_CHIP_GROUPID" val="62f0da80295c1bf6da6e6eb0"/>
  <p:tag name="KSO_WM_CHIP_XID" val="62f0dac8295c1bf6da6e7024"/>
  <p:tag name="KSO_WM_UNIT_DEC_AREA_ID" val="8ab7651c5f7f4fcaa2b5af48ba573670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28b89e0878f40088130d8d1803ab754"/>
</p:tagLst>
</file>

<file path=ppt/tags/tag48.xml><?xml version="1.0" encoding="utf-8"?>
<p:tagLst xmlns:p="http://schemas.openxmlformats.org/presentationml/2006/main">
  <p:tag name="KSO_WM_UNIT_SUBTYPE" val="u"/>
  <p:tag name="KSO_WM_TEMPLATE_CATEGORY" val="chip"/>
  <p:tag name="KSO_WM_TEMPLATE_INDEX" val="20225598"/>
  <p:tag name="KSO_WM_UNIT_TYPE" val="i"/>
  <p:tag name="KSO_WM_UNIT_INDEX" val="1"/>
  <p:tag name="KSO_WM_UNIT_ID" val="chip20225598_12*i*1"/>
  <p:tag name="KSO_WM_BEAUTIFY_FLAG" val="#wm#"/>
  <p:tag name="KSO_WM_TAG_VERSION" val="1.0"/>
  <p:tag name="KSO_WM_CHIP_GROUPID" val="62f0da80295c1bf6da6e6eb0"/>
  <p:tag name="KSO_WM_CHIP_XID" val="62f0dac8295c1bf6da6e7025"/>
  <p:tag name="KSO_WM_UNIT_DEC_AREA_ID" val="b871bdb5730243f590fabf9f7c53d930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9ef34387ae7400891c7b33c691d2324"/>
</p:tagLst>
</file>

<file path=ppt/tags/tag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6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e332a22c5b3948f6b5a7b68e29e5a83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c7b62d59a9f4a6784c77fa6cf3a48c0"/>
</p:tagLst>
</file>

<file path=ppt/tags/tag57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6*i*1"/>
  <p:tag name="KSO_WM_BEAUTIFY_FLAG" val="#wm#"/>
  <p:tag name="KSO_WM_TAG_VERSION" val="1.0"/>
  <p:tag name="KSO_WM_CHIP_GROUPID" val="62f0da80295c1bf6da6e6eb0"/>
  <p:tag name="KSO_WM_CHIP_XID" val="62f0dac8295c1bf6da6e702e"/>
  <p:tag name="KSO_WM_UNIT_DEC_AREA_ID" val="e4895e5788c44269a30a9a15522df262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a32af3137dd346b3a9fadec344bbb542"/>
</p:tagLst>
</file>

<file path=ppt/tags/tag58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60c9e7646f1348e991c2095a082af99a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473483196e14c74b97305d34c87a5c7"/>
</p:tagLst>
</file>

<file path=ppt/tags/tag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e332a22c5b3948f6b5a7b68e29e5a83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c7b62d59a9f4a6784c77fa6cf3a48c0"/>
</p:tagLst>
</file>

<file path=ppt/tags/tag66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6*i*1"/>
  <p:tag name="KSO_WM_BEAUTIFY_FLAG" val="#wm#"/>
  <p:tag name="KSO_WM_TAG_VERSION" val="1.0"/>
  <p:tag name="KSO_WM_CHIP_GROUPID" val="62f0da80295c1bf6da6e6eb0"/>
  <p:tag name="KSO_WM_CHIP_XID" val="62f0dac8295c1bf6da6e702e"/>
  <p:tag name="KSO_WM_UNIT_DEC_AREA_ID" val="e4895e5788c44269a30a9a15522df262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a32af3137dd346b3a9fadec344bbb542"/>
</p:tagLst>
</file>

<file path=ppt/tags/tag67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60c9e7646f1348e991c2095a082af99a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473483196e14c74b97305d34c87a5c7"/>
</p:tagLst>
</file>

<file path=ppt/tags/tag6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e332a22c5b3948f6b5a7b68e29e5a83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c7b62d59a9f4a6784c77fa6cf3a48c0"/>
</p:tagLst>
</file>

<file path=ppt/tags/tag74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6*i*1"/>
  <p:tag name="KSO_WM_BEAUTIFY_FLAG" val="#wm#"/>
  <p:tag name="KSO_WM_TAG_VERSION" val="1.0"/>
  <p:tag name="KSO_WM_CHIP_GROUPID" val="62f0da80295c1bf6da6e6eb0"/>
  <p:tag name="KSO_WM_CHIP_XID" val="62f0dac8295c1bf6da6e702e"/>
  <p:tag name="KSO_WM_UNIT_DEC_AREA_ID" val="e4895e5788c44269a30a9a15522df262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a32af3137dd346b3a9fadec344bbb542"/>
</p:tagLst>
</file>

<file path=ppt/tags/tag75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60c9e7646f1348e991c2095a082af99a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473483196e14c74b97305d34c87a5c7"/>
</p:tagLst>
</file>

<file path=ppt/tags/tag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6*i*1"/>
  <p:tag name="KSO_WM_BEAUTIFY_FLAG" val="#wm#"/>
  <p:tag name="KSO_WM_TAG_VERSION" val="1.0"/>
  <p:tag name="KSO_WM_CHIP_GROUPID" val="62f0da80295c1bf6da6e6eb0"/>
  <p:tag name="KSO_WM_CHIP_XID" val="62f0dac8295c1bf6da6e702a"/>
  <p:tag name="KSO_WM_UNIT_DEC_AREA_ID" val="11d2f8808837483899cd498e682229e8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37667a9317143dca3f4f2afac8b1e73"/>
</p:tagLst>
</file>

<file path=ppt/tags/tag81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8*i*1"/>
  <p:tag name="KSO_WM_BEAUTIFY_FLAG" val="#wm#"/>
  <p:tag name="KSO_WM_TAG_VERSION" val="1.0"/>
  <p:tag name="KSO_WM_CHIP_GROUPID" val="62f0da80295c1bf6da6e6eb0"/>
  <p:tag name="KSO_WM_CHIP_XID" val="62f0dac8295c1bf6da6e7027"/>
  <p:tag name="KSO_WM_UNIT_DEC_AREA_ID" val="28d2efc37e80487faaa0eeb35fcd81f5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78aca6d68834b5d85996253f83fb3de"/>
</p:tagLst>
</file>

<file path=ppt/tags/tag82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9*i*1"/>
  <p:tag name="KSO_WM_BEAUTIFY_FLAG" val="#wm#"/>
  <p:tag name="KSO_WM_TAG_VERSION" val="1.0"/>
  <p:tag name="KSO_WM_CHIP_GROUPID" val="62f0da80295c1bf6da6e6eb0"/>
  <p:tag name="KSO_WM_CHIP_XID" val="62f0dac8295c1bf6da6e7028"/>
  <p:tag name="KSO_WM_UNIT_DEC_AREA_ID" val="2f5361f0ba4b471fa35024038012a0d3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7adee74d63b0431486603cac39cfa07b"/>
</p:tagLst>
</file>

<file path=ppt/tags/tag83.xml><?xml version="1.0" encoding="utf-8"?>
<p:tagLst xmlns:p="http://schemas.openxmlformats.org/presentationml/2006/main">
  <p:tag name="KSO_WM_UNIT_SUBTYPE" val="u"/>
  <p:tag name="KSO_WM_TEMPLATE_CATEGORY" val="chip"/>
  <p:tag name="KSO_WM_TEMPLATE_INDEX" val="20225598"/>
  <p:tag name="KSO_WM_UNIT_TYPE" val="i"/>
  <p:tag name="KSO_WM_UNIT_INDEX" val="1"/>
  <p:tag name="KSO_WM_UNIT_ID" val="chip20225598_7*i*1"/>
  <p:tag name="KSO_WM_BEAUTIFY_FLAG" val="#wm#"/>
  <p:tag name="KSO_WM_TAG_VERSION" val="1.0"/>
  <p:tag name="KSO_WM_CHIP_GROUPID" val="62f0da80295c1bf6da6e6eb0"/>
  <p:tag name="KSO_WM_CHIP_XID" val="62f0dac8295c1bf6da6e7029"/>
  <p:tag name="KSO_WM_UNIT_DEC_AREA_ID" val="b9c61b1af58f46ce91a22a315069f274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7fb94a6095d04c418378ee59f7a1d0c3"/>
</p:tagLst>
</file>

<file path=ppt/tags/tag8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25598_1*i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92f21a706d8d403299e26238718c42ef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8657df037c794908a5b6be8c92f867c3&quot;,&quot;X&quot;:{&quot;Pos&quot;:0},&quot;Y&quot;:{&quot;Pos&quot;:0}},&quot;whChangeMode&quot;:0}"/>
  <p:tag name="KSO_WM_CHIP_GROUPID" val="61935e5518adb49c6c1f4155"/>
  <p:tag name="KSO_WM_CHIP_XID" val="61935e5518adb49c6c1f4152"/>
  <p:tag name="KSO_WM_CHIP_FILLAREA_FILL_RULE" val="{&quot;fill_align&quot;:&quot;lm&quot;,&quot;fill_mode&quot;:&quot;adaptive&quot;,&quot;sacle_strategy&quot;:&quot;smart&quot;}"/>
  <p:tag name="KSO_WM_UNIT_DEC_SUPPORTCHANGEPIC" val="0"/>
  <p:tag name="KSO_WM_UNIT_DEC_CHANGEPICRESERVED" val="0"/>
  <p:tag name="KSO_WM_ASSEMBLE_CHIP_INDEX" val="7e1ce54f616a42619dd658fa1655d795"/>
  <p:tag name="KSO_WM_UNIT_LINE_FORE_SCHEMECOLOR_INDEX_BRIGHTNESS" val="0"/>
  <p:tag name="KSO_WM_UNIT_LINE_FORE_SCHEMECOLOR_INDEX" val="5"/>
  <p:tag name="KSO_WM_UNIT_LINE_FILL_TYPE" val="2"/>
  <p:tag name="KSO_WM_TEMPLATE_ASSEMBLE_XID" val="62f1c685295c1bf6da6eefa1"/>
  <p:tag name="KSO_WM_TEMPLATE_ASSEMBLE_GROUPID" val="62f0da80295c1bf6da6e6eb0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S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5598_1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DEFAULT_FONT" val="72;80;2"/>
  <p:tag name="KSO_WM_UNIT_BLOCK" val="0"/>
  <p:tag name="KSO_WM_UNIT_DEC_AREA_ID" val="f47b78c439e64621a881a40c5fa9f596"/>
  <p:tag name="KSO_WM_CHIP_GROUPID" val="61935e5518adb49c6c1f4155"/>
  <p:tag name="KSO_WM_CHIP_XID" val="61935e5518adb49c6c1f4152"/>
  <p:tag name="KSO_WM_CHIP_FILLAREA_FILL_RULE" val="{&quot;fill_align&quot;:&quot;lm&quot;,&quot;fill_mode&quot;:&quot;adaptive&quot;,&quot;sacle_strategy&quot;:&quot;smart&quot;}"/>
  <p:tag name="KSO_WM_ASSEMBLE_CHIP_INDEX" val="7e1ce54f616a42619dd658fa1655d795"/>
  <p:tag name="KSO_WM_UNIT_TEXT_FILL_FORE_SCHEMECOLOR_INDEX_BRIGHTNESS" val="0"/>
  <p:tag name="KSO_WM_UNIT_TEXT_FILL_FORE_SCHEMECOLOR_INDEX" val="5"/>
  <p:tag name="KSO_WM_UNIT_TEXT_FILL_TYPE" val="1"/>
  <p:tag name="KSO_WM_TEMPLATE_ASSEMBLE_XID" val="62f1c685295c1bf6da6eefa1"/>
  <p:tag name="KSO_WM_TEMPLATE_ASSEMBLE_GROUPID" val="62f0da80295c1bf6da6e6eb0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5598_1*b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DEFAULT_FONT" val="28;32;2"/>
  <p:tag name="KSO_WM_UNIT_BLOCK" val="0"/>
  <p:tag name="KSO_WM_UNIT_DEC_AREA_ID" val="8657df037c794908a5b6be8c92f867c3"/>
  <p:tag name="KSO_WM_CHIP_GROUPID" val="61935e5518adb49c6c1f4155"/>
  <p:tag name="KSO_WM_CHIP_XID" val="61935e5518adb49c6c1f4152"/>
  <p:tag name="KSO_WM_CHIP_FILLAREA_FILL_RULE" val="{&quot;fill_align&quot;:&quot;lm&quot;,&quot;fill_mode&quot;:&quot;adaptive&quot;,&quot;sacle_strategy&quot;:&quot;smart&quot;}"/>
  <p:tag name="KSO_WM_ASSEMBLE_CHIP_INDEX" val="7e1ce54f616a42619dd658fa1655d795"/>
  <p:tag name="KSO_WM_UNIT_TEXT_FILL_FORE_SCHEMECOLOR_INDEX_BRIGHTNESS" val="0"/>
  <p:tag name="KSO_WM_UNIT_TEXT_FILL_FORE_SCHEMECOLOR_INDEX" val="5"/>
  <p:tag name="KSO_WM_UNIT_TEXT_FILL_TYPE" val="1"/>
  <p:tag name="KSO_WM_TEMPLATE_ASSEMBLE_XID" val="62f1c685295c1bf6da6eefa1"/>
  <p:tag name="KSO_WM_TEMPLATE_ASSEMBLE_GROUPID" val="62f0da80295c1bf6da6e6eb0"/>
</p:tagLst>
</file>

<file path=ppt/tags/tag90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e332a22c5b3948f6b5a7b68e29e5a83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c7b62d59a9f4a6784c77fa6cf3a48c0"/>
  <p:tag name="KSO_WM_SLIDE_BACKGROUND_TYPE" val="general"/>
</p:tagLst>
</file>

<file path=ppt/tags/tag91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6*i*1"/>
  <p:tag name="KSO_WM_BEAUTIFY_FLAG" val="#wm#"/>
  <p:tag name="KSO_WM_TAG_VERSION" val="1.0"/>
  <p:tag name="KSO_WM_CHIP_GROUPID" val="62f0da80295c1bf6da6e6eb0"/>
  <p:tag name="KSO_WM_CHIP_XID" val="62f0dac8295c1bf6da6e702e"/>
  <p:tag name="KSO_WM_UNIT_DEC_AREA_ID" val="e4895e5788c44269a30a9a15522df262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a32af3137dd346b3a9fadec344bbb542"/>
  <p:tag name="KSO_WM_SLIDE_BACKGROUND_TYPE" val="general"/>
</p:tagLst>
</file>

<file path=ppt/tags/tag92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60c9e7646f1348e991c2095a082af99a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473483196e14c74b97305d34c87a5c7"/>
  <p:tag name="KSO_WM_SLIDE_BACKGROUND_TYPE" val="general"/>
</p:tagLst>
</file>

<file path=ppt/tags/tag93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94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95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96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97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05c1d1f29b1a401aa21f8865c6ea447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366c7761a97d47568c7c2a41a9942659"/>
  <p:tag name="KSO_WM_SLIDE_BACKGROUND_TYPE" val="frame"/>
</p:tagLst>
</file>

<file path=ppt/tags/tag98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6*i*1"/>
  <p:tag name="KSO_WM_BEAUTIFY_FLAG" val="#wm#"/>
  <p:tag name="KSO_WM_TAG_VERSION" val="1.0"/>
  <p:tag name="KSO_WM_CHIP_GROUPID" val="62f0da80295c1bf6da6e6eb0"/>
  <p:tag name="KSO_WM_CHIP_XID" val="62f0dac8295c1bf6da6e702e"/>
  <p:tag name="KSO_WM_UNIT_DEC_AREA_ID" val="1b9a48d096184bf6aa0ed2e36d480b9d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0e03bc01ee7f48b3b023b4b531467126"/>
  <p:tag name="KSO_WM_SLIDE_BACKGROUND_TYPE" val="frame"/>
</p:tagLst>
</file>

<file path=ppt/tags/tag99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f99edc96d69f4d97a67e480aab3970b4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032e844b70d485b8ec5cec4ad26ffb8"/>
  <p:tag name="KSO_WM_SLIDE_BACKGROUND_TYPE" val="frame"/>
</p:tagLst>
</file>

<file path=ppt/tags/tag10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745_2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  <p:tag name="KSO_WM_TEMPLATE_CATEGORY" val="bg"/>
  <p:tag name="KSO_WM_TEMPLATE_INDEX" val="20221745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204c06597788eba87d90874"/>
  <p:tag name="KSO_WM_CHIP_XID" val="627b2ac8a0f60d12b19e6b9b"/>
</p:tagLst>
</file>

<file path=ppt/tags/tag101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2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3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4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5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6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79890e7928254b5797037e0398bdc2d8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dd166ff9950448ea9223f45c723f0f8"/>
  <p:tag name="KSO_WM_SLIDE_BACKGROUND_TYPE" val="leftRight"/>
</p:tagLst>
</file>

<file path=ppt/tags/tag10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745_3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1745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204c06597788eba87d90874"/>
  <p:tag name="KSO_WM_CHIP_XID" val="627b2ac8a0f60d12b19e6b9c"/>
</p:tagLst>
</file>

<file path=ppt/tags/tag108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24d3757a34074654ab14acb32405618a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7e0e24ff1f844d36b06b1b740a59a541"/>
  <p:tag name="KSO_WM_SLIDE_BACKGROUND_TYPE" val="leftRight"/>
</p:tagLst>
</file>

<file path=ppt/tags/tag109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0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1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2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3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4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5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b4845bf8ce3145cdaf65e0af13b929d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321d16a39ba4013a8db5e4d84880967"/>
  <p:tag name="KSO_WM_SLIDE_BACKGROUND_TYPE" val="topBottom"/>
</p:tagLst>
</file>

<file path=ppt/tags/tag11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745_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1745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204c06597788eba87d90874"/>
  <p:tag name="KSO_WM_CHIP_XID" val="627b2ac8a0f60d12b19e6b9d"/>
</p:tagLst>
</file>

<file path=ppt/tags/tag117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b2bb84ec188845e488e52f1e4cc2f4ae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e3da59e181c445c98ec9da69c19dd40"/>
  <p:tag name="KSO_WM_SLIDE_BACKGROUND_TYPE" val="topBottom"/>
</p:tagLst>
</file>

<file path=ppt/tags/tag118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19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0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1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2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3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4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a854ceeea1ec41738fc14d20fb04eb6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60fd321ffe941c09637e0e001fd2462"/>
  <p:tag name="KSO_WM_SLIDE_BACKGROUND_TYPE" val="bottomTop"/>
</p:tagLst>
</file>

<file path=ppt/tags/tag1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745_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1745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204c06597788eba87d90874"/>
  <p:tag name="KSO_WM_CHIP_XID" val="627b2ac8a0f60d12b19e6b9e"/>
</p:tagLst>
</file>

<file path=ppt/tags/tag126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6*i*1"/>
  <p:tag name="KSO_WM_BEAUTIFY_FLAG" val="#wm#"/>
  <p:tag name="KSO_WM_TAG_VERSION" val="1.0"/>
  <p:tag name="KSO_WM_CHIP_GROUPID" val="62f0da80295c1bf6da6e6eb0"/>
  <p:tag name="KSO_WM_CHIP_XID" val="62f0dac8295c1bf6da6e702e"/>
  <p:tag name="KSO_WM_UNIT_DEC_AREA_ID" val="1c3fe7cb31ee469c9483e3d1161609bc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b8d978732d764526b3984c9c1603a159"/>
  <p:tag name="KSO_WM_SLIDE_BACKGROUND_TYPE" val="bottomTop"/>
</p:tagLst>
</file>

<file path=ppt/tags/tag127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28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29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0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1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2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3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45d1c424eef9412e8e2edb17a952a808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daefb11693654ce6a8007b005fe9caf8"/>
  <p:tag name="KSO_WM_SLIDE_BACKGROUND_TYPE" val="navigation"/>
</p:tagLst>
</file>

<file path=ppt/tags/tag1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745_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1745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204c06597788eba87d90874"/>
  <p:tag name="KSO_WM_CHIP_XID" val="627b2ac8a0f60d12b19e6b9f"/>
</p:tagLst>
</file>

<file path=ppt/tags/tag135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21ba6ad1120b480b9fcd54016eb37022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1a1232bfb7a481981dc4b64b3cd8c5a"/>
  <p:tag name="KSO_WM_SLIDE_BACKGROUND_TYPE" val="navigation"/>
</p:tagLst>
</file>

<file path=ppt/tags/tag136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37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38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39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0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1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2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3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4.xml><?xml version="1.0" encoding="utf-8"?>
<p:tagLst xmlns:p="http://schemas.openxmlformats.org/presentationml/2006/main">
  <p:tag name="KSO_WM_UNIT_SUBTYPE" val="v"/>
  <p:tag name="KSO_WM_TEMPLATE_CATEGORY" val="chip"/>
  <p:tag name="KSO_WM_TEMPLATE_INDEX" val="20225598"/>
  <p:tag name="KSO_WM_UNIT_TYPE" val="i"/>
  <p:tag name="KSO_WM_UNIT_INDEX" val="1"/>
  <p:tag name="KSO_WM_UNIT_ID" val="chip20225598_15*i*1"/>
  <p:tag name="KSO_WM_BEAUTIFY_FLAG" val="#wm#"/>
  <p:tag name="KSO_WM_TAG_VERSION" val="1.0"/>
  <p:tag name="KSO_WM_CHIP_GROUPID" val="62f0da80295c1bf6da6e6eb0"/>
  <p:tag name="KSO_WM_CHIP_XID" val="62f0dac8295c1bf6da6e7030"/>
  <p:tag name="KSO_WM_UNIT_DEC_AREA_ID" val="6b6627d212c34be58aac8365d44a03e9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641c5410bf34f81abf6474111702d39"/>
  <p:tag name="KSO_WM_SLIDE_BACKGROUND_TYPE" val="belt"/>
</p:tagLst>
</file>

<file path=ppt/tags/tag14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1745_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1745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204c06597788eba87d90874"/>
  <p:tag name="KSO_WM_CHIP_XID" val="627b2ac8a0f60d12b19e6ba0"/>
</p:tagLst>
</file>

<file path=ppt/tags/tag146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6*i*1"/>
  <p:tag name="KSO_WM_BEAUTIFY_FLAG" val="#wm#"/>
  <p:tag name="KSO_WM_TAG_VERSION" val="1.0"/>
  <p:tag name="KSO_WM_CHIP_GROUPID" val="62f0da80295c1bf6da6e6eb0"/>
  <p:tag name="KSO_WM_CHIP_XID" val="62f0dac8295c1bf6da6e702e"/>
  <p:tag name="KSO_WM_UNIT_DEC_AREA_ID" val="b7a6f2c53a7749889cb07796d78ac8b4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068768c0d474756b5371b3143ca4efe"/>
  <p:tag name="KSO_WM_SLIDE_BACKGROUND_TYPE" val="belt"/>
</p:tagLst>
</file>

<file path=ppt/tags/tag147.xml><?xml version="1.0" encoding="utf-8"?>
<p:tagLst xmlns:p="http://schemas.openxmlformats.org/presentationml/2006/main">
  <p:tag name="KSO_WM_UNIT_SUBTYPE" val="t"/>
  <p:tag name="KSO_WM_TEMPLATE_CATEGORY" val="chip"/>
  <p:tag name="KSO_WM_TEMPLATE_INDEX" val="20225598"/>
  <p:tag name="KSO_WM_UNIT_TYPE" val="i"/>
  <p:tag name="KSO_WM_UNIT_INDEX" val="1"/>
  <p:tag name="KSO_WM_UNIT_ID" val="chip20225598_17*i*1"/>
  <p:tag name="KSO_WM_BEAUTIFY_FLAG" val="#wm#"/>
  <p:tag name="KSO_WM_TAG_VERSION" val="1.0"/>
  <p:tag name="KSO_WM_CHIP_GROUPID" val="62f0da80295c1bf6da6e6eb0"/>
  <p:tag name="KSO_WM_CHIP_XID" val="62f0dac8295c1bf6da6e702f"/>
  <p:tag name="KSO_WM_UNIT_DEC_AREA_ID" val="5cb41b7d79e34b8da010637414bd9f53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1074220f2af2413bb04c7c7781056fba"/>
  <p:tag name="KSO_WM_SLIDE_BACKGROUND_TYPE" val="belt"/>
</p:tagLst>
</file>

<file path=ppt/tags/tag148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49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0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1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2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TEMPLATE_CATEGORY" val="custom"/>
  <p:tag name="KSO_WM_TEMPLATE_INDEX" val="20225598"/>
</p:tagLst>
</file>

<file path=ppt/tags/tag1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TEMPLATE_CATEGORY" val="custom"/>
  <p:tag name="KSO_WM_TEMPLATE_INDEX" val="20225598"/>
</p:tagLst>
</file>

<file path=ppt/tags/tag1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8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25598"/>
  <p:tag name="KSO_WM_CHIP_COLORING" val="1"/>
</p:tagLst>
</file>

<file path=ppt/tags/tag159.xml><?xml version="1.0" encoding="utf-8"?>
<p:tagLst xmlns:p="http://schemas.openxmlformats.org/presentationml/2006/main">
  <p:tag name="KSO_WM_UNIT_DEFAULT_FONT" val="56;60;2"/>
  <p:tag name="KSO_WM_UNIT_BLOCK" val="0"/>
  <p:tag name="KSO_WM_UNIT_DEC_AREA_ID" val="be5c44a33e6a484b8f582c77591b4580"/>
  <p:tag name="KSO_WM_UNIT_ISCONTENTSTITLE" val="0"/>
  <p:tag name="KSO_WM_UNIT_ISNUMDGMTITLE" val="0"/>
  <p:tag name="KSO_WM_UNIT_PRESET_TEXT" val="简约工作总结汇报通用模版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5598_1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CHIP_FILLAREA_FILL_RULE" val="{&quot;fill_align&quot;:&quot;lm&quot;,&quot;fill_mode&quot;:&quot;adaptive&quot;,&quot;sacle_strategy&quot;:&quot;smart&quot;}"/>
  <p:tag name="KSO_WM_ASSEMBLE_CHIP_INDEX" val="e147a8e5816c4d9a9f78c129a38afb39"/>
  <p:tag name="KSO_WM_UNIT_TEXT_FILL_FORE_SCHEMECOLOR_INDEX_BRIGHTNESS" val="0"/>
  <p:tag name="KSO_WM_UNIT_TEXT_FILL_FORE_SCHEMECOLOR_INDEX" val="5"/>
  <p:tag name="KSO_WM_UNIT_TEXT_FILL_TYPE" val="1"/>
</p:tagLst>
</file>

<file path=ppt/tags/tag160.xml><?xml version="1.0" encoding="utf-8"?>
<p:tagLst xmlns:p="http://schemas.openxmlformats.org/presentationml/2006/main">
  <p:tag name="KSO_WM_UNIT_DEFAULT_FONT" val="24;30;2"/>
  <p:tag name="KSO_WM_UNIT_BLOCK" val="0"/>
  <p:tag name="KSO_WM_UNIT_DEC_AREA_ID" val="3d82aad61ed04d89b19e64bdfa962b25"/>
  <p:tag name="KSO_WM_UNIT_ISCONTENTSTITLE" val="0"/>
  <p:tag name="KSO_WM_UNIT_ISNUMDGMTITLE" val="0"/>
  <p:tag name="KSO_WM_UNIT_PRESET_TEXT" val="单击此处添加副标题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5598_1*b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CHIP_FILLAREA_FILL_RULE" val="{&quot;fill_align&quot;:&quot;lm&quot;,&quot;fill_mode&quot;:&quot;adaptive&quot;,&quot;sacle_strategy&quot;:&quot;smart&quot;}"/>
  <p:tag name="KSO_WM_ASSEMBLE_CHIP_INDEX" val="e147a8e5816c4d9a9f78c129a38afb39"/>
  <p:tag name="KSO_WM_UNIT_TEXT_FILL_FORE_SCHEMECOLOR_INDEX_BRIGHTNESS" val="0"/>
  <p:tag name="KSO_WM_UNIT_TEXT_FILL_FORE_SCHEMECOLOR_INDEX" val="5"/>
  <p:tag name="KSO_WM_UNIT_TEXT_FILL_TYPE" val="1"/>
</p:tagLst>
</file>

<file path=ppt/tags/tag161.xml><?xml version="1.0" encoding="utf-8"?>
<p:tagLst xmlns:p="http://schemas.openxmlformats.org/presentationml/2006/main">
  <p:tag name="KSO_WM_SLIDE_ID" val="custom20225598_1"/>
  <p:tag name="KSO_WM_TEMPLATE_SUBCATEGORY" val="21"/>
  <p:tag name="KSO_WM_TEMPLATE_MASTER_TYPE" val="1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5598"/>
  <p:tag name="KSO_WM_SLIDE_LAYOUT" val="a_b"/>
  <p:tag name="KSO_WM_SLIDE_LAYOUT_CNT" val="1_1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8-09T10:29:27&quot;,&quot;margin&quot;:{&quot;bottom&quot;:4.7228803634643555,&quot;left&quot;:0.95073616504669189,&quot;right&quot;:14.313993453979492,&quot;top&quot;:6.3368382453918457},&quot;type&quot;:0}"/>
  <p:tag name="KSO_WM_SLIDE_BK_DARK_LIGHT" val="2"/>
  <p:tag name="KSO_WM_SLIDE_BACKGROUND_TYPE" val="general"/>
  <p:tag name="KSO_WM_SLIDE_SUPPORT_FEATURE_TYPE" val="0"/>
  <p:tag name="KSO_WM_SLIDE_TYPE" val="title"/>
  <p:tag name="KSO_WM_TEMPLATE_MASTER_THUMB_INDEX" val="13"/>
  <p:tag name="KSO_WM_CHIP_COLORING" val="1"/>
  <p:tag name="KSO_WM_SLIDE_SUBTYPE" val="pureTxt"/>
  <p:tag name="KSO_WM_TEMPLATE_ASSEMBLE_XID" val="62f1c685295c1bf6da6eefd2"/>
  <p:tag name="KSO_WM_TEMPLATE_ASSEMBLE_GROUPID" val="62f0da80295c1bf6da6e6eb0"/>
  <p:tag name="KSO_WM_TEMPLATE_THUMBS_INDEX" val="1、2、3、4、7、21"/>
  <p:tag name="KSO_WM_SPECIAL_SOURCE" val="bdnull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63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65.xml><?xml version="1.0" encoding="utf-8"?>
<p:tagLst xmlns:p="http://schemas.openxmlformats.org/presentationml/2006/main">
  <p:tag name="KSO_WM_BEAUTIFY_FLAG" val="#wm#"/>
  <p:tag name="KSO_WM_TEMPLATE_CATEGORY" val="custom"/>
  <p:tag name="KSO_WM_TEMPLATE_INDEX" val="20225598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67.xml><?xml version="1.0" encoding="utf-8"?>
<p:tagLst xmlns:p="http://schemas.openxmlformats.org/presentationml/2006/main">
  <p:tag name="KSO_WM_BEAUTIFY_FLAG" val="#wm#"/>
  <p:tag name="KSO_WM_TEMPLATE_CATEGORY" val="custom"/>
  <p:tag name="KSO_WM_TEMPLATE_INDEX" val="20225598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69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71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73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75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77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79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81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83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85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87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89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91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93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95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97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199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01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03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05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07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09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11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13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15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17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19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21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23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25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27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29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25598_4*a*1"/>
  <p:tag name="KSO_WM_TEMPLATE_CATEGORY" val="custom"/>
  <p:tag name="KSO_WM_TEMPLATE_INDEX" val="20225598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ONTENTS 目录"/>
  <p:tag name="KSO_WM_UNIT_NOCLEAR" val="0"/>
  <p:tag name="KSO_WM_UNIT_VALUE" val="9"/>
  <p:tag name="KSO_WM_UNIT_TYPE" val="a"/>
  <p:tag name="KSO_WM_UNIT_INDEX" val="1"/>
  <p:tag name="KSO_WM_UNIT_DEFAULT_FONT" val="54;56;2"/>
  <p:tag name="KSO_WM_UNIT_BLOCK" val="0"/>
  <p:tag name="KSO_WM_UNIT_DEC_AREA_ID" val="fd2e40eb926f424bbc3979e38453dc5b"/>
  <p:tag name="KSO_WM_CHIP_GROUPID" val="620e0057e850cf5f7bc52d95"/>
  <p:tag name="KSO_WM_CHIP_XID" val="6212ef7f23e2a5f56cafe28f"/>
  <p:tag name="KSO_WM_CHIP_FILLAREA_FILL_RULE" val="{&quot;fill_align&quot;:&quot;lm&quot;,&quot;fill_mode&quot;:&quot;fix&quot;,&quot;sacle_strategy&quot;:&quot;stretch&quot;}"/>
  <p:tag name="KSO_WM_ASSEMBLE_CHIP_INDEX" val="4f184343e7e1404197bc8ca45196c936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231.xml><?xml version="1.0" encoding="utf-8"?>
<p:tagLst xmlns:p="http://schemas.openxmlformats.org/presentationml/2006/main">
  <p:tag name="KSO_WM_CHIP_INFOS" val="{&quot;type&quot;:0,&quot;layout_type&quot;:&quot;1_NF_LC_26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931a9218adb49c6c1f3da1"/>
  <p:tag name="KSO_WM_CHIP_FILLPROP" val="[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208270630c1a4ef781cea5d9f266f4bd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208270630c1a4ef781cea5d9f266f4bd&quot;,&quot;fill_align&quot;:&quot;ct&quot;,&quot;chip_types&quot;:[&quot;header&quot;]}]]"/>
  <p:tag name="KSO_WM_CHIP_DECFILLPROP" val="[]"/>
  <p:tag name="KSO_WM_SLIDE_ID" val="custom20225598_4"/>
  <p:tag name="KSO_WM_TEMPLATE_SUBCATEGORY" val="21"/>
  <p:tag name="KSO_WM_TEMPLATE_MASTER_TYPE" val="1"/>
  <p:tag name="KSO_WM_TEMPLATE_COLOR_TYPE" val="1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25598"/>
  <p:tag name="KSO_WM_SLIDE_LAYOUT" val="a_l"/>
  <p:tag name="KSO_WM_SLIDE_LAYOUT_CNT" val="1_1"/>
  <p:tag name="KSO_WM_CHIP_GROUPID" val="61931a9218adb49c6c1f3da3"/>
  <p:tag name="KSO_WM_SLIDE_BK_DARK_LIGHT" val="2"/>
  <p:tag name="KSO_WM_SLIDE_BACKGROUND_TYPE" val="general"/>
  <p:tag name="KSO_WM_DIAGRAM_GROUP_CODE" val="l1-1"/>
  <p:tag name="KSO_WM_SLIDE_DIAGTYPE" val="l"/>
  <p:tag name="KSO_WM_SLIDE_SUPPORT_FEATURE_TYPE" val="0"/>
  <p:tag name="KSO_WM_SLIDE_TYPE" val="contents"/>
  <p:tag name="KSO_WM_CHIP_COLORING" val="1"/>
  <p:tag name="KSO_WM_SLIDE_SUBTYPE" val="diag"/>
  <p:tag name="KSO_WM_TEMPLATE_ASSEMBLE_XID" val="62f1c686295c1bf6da6ef07a"/>
  <p:tag name="KSO_WM_TEMPLATE_ASSEMBLE_GROUPID" val="62f0da80295c1bf6da6e6eb0"/>
  <p:tag name="KSO_WM_SPECIAL_SOURCE" val="bdnull"/>
</p:tagLst>
</file>

<file path=ppt/tags/tag232.xml><?xml version="1.0" encoding="utf-8"?>
<p:tagLst xmlns:p="http://schemas.openxmlformats.org/presentationml/2006/main">
  <p:tag name="COMMONDATA" val="eyJoZGlkIjoiMzQ4NTU1OTAxMDAxZWUzY2QxNGU0MzllMzA4ZTM0YTgifQ=="/>
  <p:tag name="KSO_WPP_MARK_KEY" val="54157ca5-e203-40a4-99cb-fc4630320b76"/>
  <p:tag name="commondata" val="eyJoZGlkIjoiYzYzYTJkM2EwYjM1M2Q1ZjFkYTU3ODgwY2E2MjEzZT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Adjacency">
      <a:dk1>
        <a:srgbClr val="000000"/>
      </a:dk1>
      <a:lt1>
        <a:srgbClr val="FFFFFF"/>
      </a:lt1>
      <a:dk2>
        <a:srgbClr val="FCE4B7"/>
      </a:dk2>
      <a:lt2>
        <a:srgbClr val="FFFFFF"/>
      </a:lt2>
      <a:accent1>
        <a:srgbClr val="EEAC38"/>
      </a:accent1>
      <a:accent2>
        <a:srgbClr val="EEC860"/>
      </a:accent2>
      <a:accent3>
        <a:srgbClr val="FF977B"/>
      </a:accent3>
      <a:accent4>
        <a:srgbClr val="FFC55F"/>
      </a:accent4>
      <a:accent5>
        <a:srgbClr val="CCAA2F"/>
      </a:accent5>
      <a:accent6>
        <a:srgbClr val="FA9651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3195</Words>
  <Application>WPS 演示</Application>
  <PresentationFormat>宽屏</PresentationFormat>
  <Paragraphs>264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48" baseType="lpstr">
      <vt:lpstr>Arial</vt:lpstr>
      <vt:lpstr>宋体</vt:lpstr>
      <vt:lpstr>Wingdings</vt:lpstr>
      <vt:lpstr>汉仪中黑 简</vt:lpstr>
      <vt:lpstr>黑体</vt:lpstr>
      <vt:lpstr>汉仪大黑简</vt:lpstr>
      <vt:lpstr>微软雅黑</vt:lpstr>
      <vt:lpstr>Arial Black</vt:lpstr>
      <vt:lpstr>Arial Unicode MS</vt:lpstr>
      <vt:lpstr>Calibri</vt:lpstr>
      <vt:lpstr>Office 主题</vt:lpstr>
      <vt:lpstr>1_Office 主题​​</vt:lpstr>
      <vt:lpstr>MQTT协议详解 使用EMQX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王超</cp:lastModifiedBy>
  <cp:revision>926</cp:revision>
  <dcterms:created xsi:type="dcterms:W3CDTF">2023-03-29T07:14:00Z</dcterms:created>
  <dcterms:modified xsi:type="dcterms:W3CDTF">2025-04-15T07:22:23Z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352C95988CC1498FA0697BE74C7ED827</vt:lpwstr>
  </property>
  <property fmtid="{D5CDD505-2E9C-101B-9397-08002B2CF9AE}" pid="3" name="KSOProductBuildVer">
    <vt:lpwstr>2052-12.1.0.16417</vt:lpwstr>
  </property>
</Properties>
</file>